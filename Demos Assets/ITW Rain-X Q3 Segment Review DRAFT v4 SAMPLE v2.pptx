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457" r:id="rId3"/>
    <p:sldId id="659" r:id="rId4"/>
    <p:sldId id="862" r:id="rId5"/>
    <p:sldId id="1066" r:id="rId6"/>
    <p:sldId id="1271" r:id="rId7"/>
    <p:sldId id="1477" r:id="rId8"/>
    <p:sldId id="1684" r:id="rId9"/>
    <p:sldId id="1892" r:id="rId10"/>
    <p:sldId id="2101" r:id="rId11"/>
    <p:sldId id="2311" r:id="rId12"/>
    <p:sldId id="252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116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D77B6B4C-EC0D-4F4D-81AF-7EBE924E2FEA}"/>
    <pc:docChg chg="modSld">
      <pc:chgData name="" userId="" providerId="" clId="Web-{D77B6B4C-EC0D-4F4D-81AF-7EBE924E2FEA}" dt="2026-09-02T22:45:50.986" v="3" actId="34807"/>
      <pc:docMkLst>
        <pc:docMk/>
      </pc:docMkLst>
      <pc:sldChg chg="modSp">
        <pc:chgData name="" userId="" providerId="" clId="Web-{D77B6B4C-EC0D-4F4D-81AF-7EBE924E2FEA}" dt="2026-09-02T22:45:00.438" v="0" actId="34807"/>
        <pc:sldMkLst>
          <pc:docMk/>
          <pc:sldMk cId="3836157767" sldId="457"/>
        </pc:sldMkLst>
        <pc:spChg chg="mod">
          <ac:chgData name="" userId="" providerId="" clId="Web-{D77B6B4C-EC0D-4F4D-81AF-7EBE924E2FEA}" dt="2026-09-02T22:45:00.438" v="0" actId="34807"/>
          <ac:spMkLst>
            <pc:docMk/>
            <pc:sldMk cId="3836157767" sldId="457"/>
            <ac:spMk id="8" creationId="{E6050155-ACD9-2A41-6B29-5A83CFCDFADE}"/>
          </ac:spMkLst>
        </pc:spChg>
        <pc:spChg chg="mod">
          <ac:chgData name="" userId="" providerId="" clId="Web-{D77B6B4C-EC0D-4F4D-81AF-7EBE924E2FEA}" dt="2026-09-02T22:45:00.438" v="0" actId="34807"/>
          <ac:spMkLst>
            <pc:docMk/>
            <pc:sldMk cId="3836157767" sldId="457"/>
            <ac:spMk id="9" creationId="{AEE697EC-64C1-B65F-CAE8-8015B9B79B62}"/>
          </ac:spMkLst>
        </pc:spChg>
      </pc:sldChg>
      <pc:sldChg chg="addSp delSp modSp">
        <pc:chgData name="" userId="" providerId="" clId="Web-{D77B6B4C-EC0D-4F4D-81AF-7EBE924E2FEA}" dt="2026-09-02T22:45:50.986" v="3" actId="34807"/>
        <pc:sldMkLst>
          <pc:docMk/>
          <pc:sldMk cId="3307230281" sldId="659"/>
        </pc:sldMkLst>
        <pc:spChg chg="mod">
          <ac:chgData name="" userId="" providerId="" clId="Web-{D77B6B4C-EC0D-4F4D-81AF-7EBE924E2FEA}" dt="2026-09-02T22:45:00.438" v="0" actId="34807"/>
          <ac:spMkLst>
            <pc:docMk/>
            <pc:sldMk cId="3307230281" sldId="659"/>
            <ac:spMk id="12" creationId="{13221458-3378-6C11-12F3-8C822C3D93AE}"/>
          </ac:spMkLst>
        </pc:spChg>
        <pc:spChg chg="mod">
          <ac:chgData name="" userId="" providerId="" clId="Web-{D77B6B4C-EC0D-4F4D-81AF-7EBE924E2FEA}" dt="2026-09-02T22:45:00.438" v="0" actId="34807"/>
          <ac:spMkLst>
            <pc:docMk/>
            <pc:sldMk cId="3307230281" sldId="659"/>
            <ac:spMk id="13" creationId="{49B1C7F7-3231-7ED0-8376-FBD8EA930453}"/>
          </ac:spMkLst>
        </pc:spChg>
        <pc:spChg chg="add mod">
          <ac:chgData name="" userId="" providerId="" clId="Web-{D77B6B4C-EC0D-4F4D-81AF-7EBE924E2FEA}" dt="2026-09-02T22:45:50.986" v="3" actId="34807"/>
          <ac:spMkLst>
            <pc:docMk/>
            <pc:sldMk cId="3307230281" sldId="659"/>
            <ac:spMk id="59" creationId="{C2FAD097-E680-F244-15CC-080DD3D4FDD8}"/>
          </ac:spMkLst>
        </pc:spChg>
      </pc:sldChg>
      <pc:sldChg chg="modSp">
        <pc:chgData name="" userId="" providerId="" clId="Web-{D77B6B4C-EC0D-4F4D-81AF-7EBE924E2FEA}" dt="2026-09-02T22:45:00.438" v="0" actId="34807"/>
        <pc:sldMkLst>
          <pc:docMk/>
          <pc:sldMk cId="3047827663" sldId="862"/>
        </pc:sldMkLst>
        <pc:spChg chg="mod">
          <ac:chgData name="" userId="" providerId="" clId="Web-{D77B6B4C-EC0D-4F4D-81AF-7EBE924E2FEA}" dt="2026-09-02T22:45:00.438" v="0" actId="34807"/>
          <ac:spMkLst>
            <pc:docMk/>
            <pc:sldMk cId="3047827663" sldId="862"/>
            <ac:spMk id="16" creationId="{8A525739-80EF-6FF5-7E86-B6447A81447E}"/>
          </ac:spMkLst>
        </pc:spChg>
        <pc:spChg chg="mod">
          <ac:chgData name="" userId="" providerId="" clId="Web-{D77B6B4C-EC0D-4F4D-81AF-7EBE924E2FEA}" dt="2026-09-02T22:45:00.438" v="0" actId="34807"/>
          <ac:spMkLst>
            <pc:docMk/>
            <pc:sldMk cId="3047827663" sldId="862"/>
            <ac:spMk id="17" creationId="{478F3EE0-B546-2574-C60C-364F31CB43D3}"/>
          </ac:spMkLst>
        </pc:spChg>
      </pc:sldChg>
      <pc:sldChg chg="modSp">
        <pc:chgData name="" userId="" providerId="" clId="Web-{D77B6B4C-EC0D-4F4D-81AF-7EBE924E2FEA}" dt="2026-09-02T22:45:00.438" v="0" actId="34807"/>
        <pc:sldMkLst>
          <pc:docMk/>
          <pc:sldMk cId="2063946586" sldId="1066"/>
        </pc:sldMkLst>
        <pc:spChg chg="mod">
          <ac:chgData name="" userId="" providerId="" clId="Web-{D77B6B4C-EC0D-4F4D-81AF-7EBE924E2FEA}" dt="2026-09-02T22:45:00.438" v="0" actId="34807"/>
          <ac:spMkLst>
            <pc:docMk/>
            <pc:sldMk cId="2063946586" sldId="1066"/>
            <ac:spMk id="21" creationId="{84B9949E-10B2-D376-74BB-B5ADE571F37E}"/>
          </ac:spMkLst>
        </pc:spChg>
        <pc:spChg chg="mod">
          <ac:chgData name="" userId="" providerId="" clId="Web-{D77B6B4C-EC0D-4F4D-81AF-7EBE924E2FEA}" dt="2026-09-02T22:45:00.438" v="0" actId="34807"/>
          <ac:spMkLst>
            <pc:docMk/>
            <pc:sldMk cId="2063946586" sldId="1066"/>
            <ac:spMk id="22" creationId="{C725F1B1-4D41-66A3-1D24-17AAA3A8EFC5}"/>
          </ac:spMkLst>
        </pc:spChg>
        <pc:spChg chg="mod">
          <ac:chgData name="" userId="" providerId="" clId="Web-{D77B6B4C-EC0D-4F4D-81AF-7EBE924E2FEA}" dt="2026-09-02T22:45:00.438" v="0" actId="34807"/>
          <ac:spMkLst>
            <pc:docMk/>
            <pc:sldMk cId="2063946586" sldId="1066"/>
            <ac:spMk id="24" creationId="{DD2F4734-CFF2-8965-8562-2B78F0882452}"/>
          </ac:spMkLst>
        </pc:spChg>
      </pc:sldChg>
      <pc:sldChg chg="modSp">
        <pc:chgData name="" userId="" providerId="" clId="Web-{D77B6B4C-EC0D-4F4D-81AF-7EBE924E2FEA}" dt="2026-09-02T22:45:28.360" v="1" actId="34807"/>
        <pc:sldMkLst>
          <pc:docMk/>
          <pc:sldMk cId="2458826375" sldId="1271"/>
        </pc:sldMkLst>
        <pc:spChg chg="mod">
          <ac:chgData name="" userId="" providerId="" clId="Web-{D77B6B4C-EC0D-4F4D-81AF-7EBE924E2FEA}" dt="2026-09-02T22:45:00.438" v="0" actId="34807"/>
          <ac:spMkLst>
            <pc:docMk/>
            <pc:sldMk cId="2458826375" sldId="1271"/>
            <ac:spMk id="26" creationId="{1873FC95-21F3-7302-BBBE-A37F5BFCB179}"/>
          </ac:spMkLst>
        </pc:spChg>
        <pc:spChg chg="mod">
          <ac:chgData name="" userId="" providerId="" clId="Web-{D77B6B4C-EC0D-4F4D-81AF-7EBE924E2FEA}" dt="2026-09-02T22:45:00.438" v="0" actId="34807"/>
          <ac:spMkLst>
            <pc:docMk/>
            <pc:sldMk cId="2458826375" sldId="1271"/>
            <ac:spMk id="27" creationId="{133192A3-6AA1-B87D-D853-EB4584383034}"/>
          </ac:spMkLst>
        </pc:spChg>
        <pc:spChg chg="mod">
          <ac:chgData name="" userId="" providerId="" clId="Web-{D77B6B4C-EC0D-4F4D-81AF-7EBE924E2FEA}" dt="2026-09-02T22:45:28.360" v="1" actId="34807"/>
          <ac:spMkLst>
            <pc:docMk/>
            <pc:sldMk cId="2458826375" sldId="1271"/>
            <ac:spMk id="28" creationId="{2B180C89-E252-860A-D0E5-C3B319593879}"/>
          </ac:spMkLst>
        </pc:spChg>
        <pc:spChg chg="mod">
          <ac:chgData name="" userId="" providerId="" clId="Web-{D77B6B4C-EC0D-4F4D-81AF-7EBE924E2FEA}" dt="2026-09-02T22:45:00.438" v="0" actId="34807"/>
          <ac:spMkLst>
            <pc:docMk/>
            <pc:sldMk cId="2458826375" sldId="1271"/>
            <ac:spMk id="29" creationId="{B274ED3B-1038-A76E-CBCD-CC1BFED41B86}"/>
          </ac:spMkLst>
        </pc:spChg>
      </pc:sldChg>
      <pc:sldChg chg="modSp">
        <pc:chgData name="" userId="" providerId="" clId="Web-{D77B6B4C-EC0D-4F4D-81AF-7EBE924E2FEA}" dt="2026-09-02T22:45:00.438" v="0" actId="34807"/>
        <pc:sldMkLst>
          <pc:docMk/>
          <pc:sldMk cId="336290093" sldId="1477"/>
        </pc:sldMkLst>
        <pc:spChg chg="mod">
          <ac:chgData name="" userId="" providerId="" clId="Web-{D77B6B4C-EC0D-4F4D-81AF-7EBE924E2FEA}" dt="2026-09-02T22:45:00.438" v="0" actId="34807"/>
          <ac:spMkLst>
            <pc:docMk/>
            <pc:sldMk cId="336290093" sldId="1477"/>
            <ac:spMk id="31" creationId="{9C31386E-E777-A1A4-E329-AA6F07CB0936}"/>
          </ac:spMkLst>
        </pc:spChg>
        <pc:spChg chg="mod">
          <ac:chgData name="" userId="" providerId="" clId="Web-{D77B6B4C-EC0D-4F4D-81AF-7EBE924E2FEA}" dt="2026-09-02T22:45:00.438" v="0" actId="34807"/>
          <ac:spMkLst>
            <pc:docMk/>
            <pc:sldMk cId="336290093" sldId="1477"/>
            <ac:spMk id="32" creationId="{2E0F059D-AC52-4C4C-53E2-F5420C25EFBA}"/>
          </ac:spMkLst>
        </pc:spChg>
        <pc:spChg chg="mod">
          <ac:chgData name="" userId="" providerId="" clId="Web-{D77B6B4C-EC0D-4F4D-81AF-7EBE924E2FEA}" dt="2026-09-02T22:45:00.438" v="0" actId="34807"/>
          <ac:spMkLst>
            <pc:docMk/>
            <pc:sldMk cId="336290093" sldId="1477"/>
            <ac:spMk id="34" creationId="{B37C4682-E473-4B37-7ED2-163A3527D867}"/>
          </ac:spMkLst>
        </pc:spChg>
        <pc:spChg chg="mod">
          <ac:chgData name="" userId="" providerId="" clId="Web-{D77B6B4C-EC0D-4F4D-81AF-7EBE924E2FEA}" dt="2026-09-02T22:45:00.438" v="0" actId="34807"/>
          <ac:spMkLst>
            <pc:docMk/>
            <pc:sldMk cId="336290093" sldId="1477"/>
            <ac:spMk id="35" creationId="{28876F54-86FE-6A00-1B09-AB37D69DBF26}"/>
          </ac:spMkLst>
        </pc:spChg>
      </pc:sldChg>
      <pc:sldChg chg="modSp">
        <pc:chgData name="" userId="" providerId="" clId="Web-{D77B6B4C-EC0D-4F4D-81AF-7EBE924E2FEA}" dt="2026-09-02T22:45:00.438" v="0" actId="34807"/>
        <pc:sldMkLst>
          <pc:docMk/>
          <pc:sldMk cId="4013215455" sldId="1684"/>
        </pc:sldMkLst>
        <pc:spChg chg="mod">
          <ac:chgData name="" userId="" providerId="" clId="Web-{D77B6B4C-EC0D-4F4D-81AF-7EBE924E2FEA}" dt="2026-09-02T22:45:00.438" v="0" actId="34807"/>
          <ac:spMkLst>
            <pc:docMk/>
            <pc:sldMk cId="4013215455" sldId="1684"/>
            <ac:spMk id="37" creationId="{B2BE622A-EC86-CC1B-D4C4-68DA5CB60E1F}"/>
          </ac:spMkLst>
        </pc:spChg>
        <pc:spChg chg="mod">
          <ac:chgData name="" userId="" providerId="" clId="Web-{D77B6B4C-EC0D-4F4D-81AF-7EBE924E2FEA}" dt="2026-09-02T22:45:00.438" v="0" actId="34807"/>
          <ac:spMkLst>
            <pc:docMk/>
            <pc:sldMk cId="4013215455" sldId="1684"/>
            <ac:spMk id="38" creationId="{F5B78ACE-0B28-C88D-2EC5-8ED9C3BE7B21}"/>
          </ac:spMkLst>
        </pc:spChg>
      </pc:sldChg>
      <pc:sldChg chg="modSp">
        <pc:chgData name="" userId="" providerId="" clId="Web-{D77B6B4C-EC0D-4F4D-81AF-7EBE924E2FEA}" dt="2026-09-02T22:45:00.438" v="0" actId="34807"/>
        <pc:sldMkLst>
          <pc:docMk/>
          <pc:sldMk cId="3866569498" sldId="1892"/>
        </pc:sldMkLst>
        <pc:spChg chg="mod">
          <ac:chgData name="" userId="" providerId="" clId="Web-{D77B6B4C-EC0D-4F4D-81AF-7EBE924E2FEA}" dt="2026-09-02T22:45:00.438" v="0" actId="34807"/>
          <ac:spMkLst>
            <pc:docMk/>
            <pc:sldMk cId="3866569498" sldId="1892"/>
            <ac:spMk id="42" creationId="{2B3E42D7-23F2-FEF4-5B2D-D736CC2150F4}"/>
          </ac:spMkLst>
        </pc:spChg>
        <pc:spChg chg="mod">
          <ac:chgData name="" userId="" providerId="" clId="Web-{D77B6B4C-EC0D-4F4D-81AF-7EBE924E2FEA}" dt="2026-09-02T22:45:00.438" v="0" actId="34807"/>
          <ac:spMkLst>
            <pc:docMk/>
            <pc:sldMk cId="3866569498" sldId="1892"/>
            <ac:spMk id="43" creationId="{DD5A3D97-BDF8-C1A2-6F6F-E34DFC4E7F75}"/>
          </ac:spMkLst>
        </pc:spChg>
      </pc:sldChg>
      <pc:sldChg chg="modSp">
        <pc:chgData name="" userId="" providerId="" clId="Web-{D77B6B4C-EC0D-4F4D-81AF-7EBE924E2FEA}" dt="2026-09-02T22:45:00.438" v="0" actId="34807"/>
        <pc:sldMkLst>
          <pc:docMk/>
          <pc:sldMk cId="698172822" sldId="2101"/>
        </pc:sldMkLst>
        <pc:spChg chg="mod">
          <ac:chgData name="" userId="" providerId="" clId="Web-{D77B6B4C-EC0D-4F4D-81AF-7EBE924E2FEA}" dt="2026-09-02T22:45:00.438" v="0" actId="34807"/>
          <ac:spMkLst>
            <pc:docMk/>
            <pc:sldMk cId="698172822" sldId="2101"/>
            <ac:spMk id="46" creationId="{3628D555-A65A-3D63-9BBB-2E6CAEB842F2}"/>
          </ac:spMkLst>
        </pc:spChg>
        <pc:spChg chg="mod">
          <ac:chgData name="" userId="" providerId="" clId="Web-{D77B6B4C-EC0D-4F4D-81AF-7EBE924E2FEA}" dt="2026-09-02T22:45:00.438" v="0" actId="34807"/>
          <ac:spMkLst>
            <pc:docMk/>
            <pc:sldMk cId="698172822" sldId="2101"/>
            <ac:spMk id="47" creationId="{8281C820-A6B3-5FD5-6DFC-8652C73DC32E}"/>
          </ac:spMkLst>
        </pc:spChg>
      </pc:sldChg>
      <pc:sldChg chg="modSp">
        <pc:chgData name="" userId="" providerId="" clId="Web-{D77B6B4C-EC0D-4F4D-81AF-7EBE924E2FEA}" dt="2026-09-02T22:45:00.438" v="0" actId="34807"/>
        <pc:sldMkLst>
          <pc:docMk/>
          <pc:sldMk cId="3485073092" sldId="2311"/>
        </pc:sldMkLst>
        <pc:spChg chg="mod">
          <ac:chgData name="" userId="" providerId="" clId="Web-{D77B6B4C-EC0D-4F4D-81AF-7EBE924E2FEA}" dt="2026-09-02T22:45:00.438" v="0" actId="34807"/>
          <ac:spMkLst>
            <pc:docMk/>
            <pc:sldMk cId="3485073092" sldId="2311"/>
            <ac:spMk id="51" creationId="{948398B1-4AB9-E30D-09E0-61DB60E45E69}"/>
          </ac:spMkLst>
        </pc:spChg>
        <pc:spChg chg="mod">
          <ac:chgData name="" userId="" providerId="" clId="Web-{D77B6B4C-EC0D-4F4D-81AF-7EBE924E2FEA}" dt="2026-09-02T22:45:00.438" v="0" actId="34807"/>
          <ac:spMkLst>
            <pc:docMk/>
            <pc:sldMk cId="3485073092" sldId="2311"/>
            <ac:spMk id="52" creationId="{DC184476-4799-CC1A-FD91-C313274A63B8}"/>
          </ac:spMkLst>
        </pc:spChg>
      </pc:sldChg>
      <pc:sldChg chg="modSp">
        <pc:chgData name="" userId="" providerId="" clId="Web-{D77B6B4C-EC0D-4F4D-81AF-7EBE924E2FEA}" dt="2026-09-02T22:45:00.438" v="0" actId="34807"/>
        <pc:sldMkLst>
          <pc:docMk/>
          <pc:sldMk cId="210565273" sldId="2522"/>
        </pc:sldMkLst>
        <pc:spChg chg="mod">
          <ac:chgData name="" userId="" providerId="" clId="Web-{D77B6B4C-EC0D-4F4D-81AF-7EBE924E2FEA}" dt="2026-09-02T22:45:00.438" v="0" actId="34807"/>
          <ac:spMkLst>
            <pc:docMk/>
            <pc:sldMk cId="210565273" sldId="2522"/>
            <ac:spMk id="55" creationId="{CF331241-D49A-EE1F-9803-6CBEDE05F559}"/>
          </ac:spMkLst>
        </pc:spChg>
        <pc:spChg chg="mod">
          <ac:chgData name="" userId="" providerId="" clId="Web-{D77B6B4C-EC0D-4F4D-81AF-7EBE924E2FEA}" dt="2026-09-02T22:45:00.438" v="0" actId="34807"/>
          <ac:spMkLst>
            <pc:docMk/>
            <pc:sldMk cId="210565273" sldId="2522"/>
            <ac:spMk id="56" creationId="{0D3EEEAE-292F-3900-79ED-E6EF414DAE22}"/>
          </ac:spMkLst>
        </pc:spChg>
      </pc:sldChg>
    </pc:docChg>
  </pc:docChgLst>
  <pc:docChgLst>
    <pc:chgData clId="Web-{173CBB64-75B3-424F-AA45-EE70B0DA7436}"/>
    <pc:docChg chg="mod addSld modSld modMainMaster setSldSz">
      <pc:chgData name="" userId="" providerId="" clId="Web-{173CBB64-75B3-424F-AA45-EE70B0DA7436}" dt="2026-09-02T22:33:26.713" v="14" actId="34807"/>
      <pc:docMkLst>
        <pc:docMk/>
      </pc:docMkLst>
      <pc:sldChg chg="addSp modSp mod setBg modNotesTx">
        <pc:chgData name="" userId="" providerId="" clId="Web-{173CBB64-75B3-424F-AA45-EE70B0DA7436}" dt="2026-09-02T22:29:53.189" v="3" actId="34807"/>
        <pc:sldMkLst>
          <pc:docMk/>
          <pc:sldMk cId="0" sldId="256"/>
        </pc:sldMkLst>
        <pc:spChg chg="add mod">
          <ac:chgData name="" userId="" providerId="" clId="Web-{173CBB64-75B3-424F-AA45-EE70B0DA7436}" dt="2026-09-02T22:29:53.189" v="3" actId="34807"/>
          <ac:spMkLst>
            <pc:docMk/>
            <pc:sldMk cId="0" sldId="256"/>
            <ac:spMk id="2" creationId="{B1620C21-C167-0277-C05C-C04424167E4A}"/>
          </ac:spMkLst>
        </pc:spChg>
        <pc:spChg chg="add mod">
          <ac:chgData name="" userId="" providerId="" clId="Web-{173CBB64-75B3-424F-AA45-EE70B0DA7436}" dt="2026-09-02T22:29:53.189" v="3" actId="34807"/>
          <ac:spMkLst>
            <pc:docMk/>
            <pc:sldMk cId="0" sldId="256"/>
            <ac:spMk id="3" creationId="{FB558F15-FDBB-71BB-B705-1D00D0C22DB4}"/>
          </ac:spMkLst>
        </pc:spChg>
        <pc:spChg chg="add mod">
          <ac:chgData name="" userId="" providerId="" clId="Web-{173CBB64-75B3-424F-AA45-EE70B0DA7436}" dt="2026-09-02T22:29:53.189" v="3" actId="34807"/>
          <ac:spMkLst>
            <pc:docMk/>
            <pc:sldMk cId="0" sldId="256"/>
            <ac:spMk id="4" creationId="{F657A3A3-B347-31FF-431A-2672C5E189B4}"/>
          </ac:spMkLst>
        </pc:spChg>
        <pc:spChg chg="add mod">
          <ac:chgData name="" userId="" providerId="" clId="Web-{173CBB64-75B3-424F-AA45-EE70B0DA7436}" dt="2026-09-02T22:29:53.189" v="3" actId="34807"/>
          <ac:spMkLst>
            <pc:docMk/>
            <pc:sldMk cId="0" sldId="256"/>
            <ac:spMk id="5" creationId="{1F5B968B-8818-B2D4-6078-790B95FED63B}"/>
          </ac:spMkLst>
        </pc:spChg>
        <pc:spChg chg="add mod">
          <ac:chgData name="" userId="" providerId="" clId="Web-{173CBB64-75B3-424F-AA45-EE70B0DA7436}" dt="2026-09-02T22:29:53.189" v="3" actId="34807"/>
          <ac:spMkLst>
            <pc:docMk/>
            <pc:sldMk cId="0" sldId="256"/>
            <ac:spMk id="6" creationId="{1D885643-54C6-29A4-95DA-F509DAD13E87}"/>
          </ac:spMkLst>
        </pc:spChg>
        <pc:spChg chg="add mod">
          <ac:chgData name="" userId="" providerId="" clId="Web-{173CBB64-75B3-424F-AA45-EE70B0DA7436}" dt="2026-09-02T22:29:53.189" v="3" actId="34807"/>
          <ac:spMkLst>
            <pc:docMk/>
            <pc:sldMk cId="0" sldId="256"/>
            <ac:spMk id="7" creationId="{BD1BB7C4-B448-74E8-12DD-64ADE0EADF1D}"/>
          </ac:spMkLst>
        </pc:spChg>
      </pc:sldChg>
      <pc:sldChg chg="addSp modSp add mod setBg modNotesTx">
        <pc:chgData name="" userId="" providerId="" clId="Web-{173CBB64-75B3-424F-AA45-EE70B0DA7436}" dt="2026-09-02T22:30:06.049" v="4" actId="34807"/>
        <pc:sldMkLst>
          <pc:docMk/>
          <pc:sldMk cId="3836157767" sldId="457"/>
        </pc:sldMkLst>
        <pc:spChg chg="add mod">
          <ac:chgData name="" userId="" providerId="" clId="Web-{173CBB64-75B3-424F-AA45-EE70B0DA7436}" dt="2026-09-02T22:30:06.049" v="4" actId="34807"/>
          <ac:spMkLst>
            <pc:docMk/>
            <pc:sldMk cId="3836157767" sldId="457"/>
            <ac:spMk id="8" creationId="{E6050155-ACD9-2A41-6B29-5A83CFCDFADE}"/>
          </ac:spMkLst>
        </pc:spChg>
        <pc:spChg chg="add mod">
          <ac:chgData name="" userId="" providerId="" clId="Web-{173CBB64-75B3-424F-AA45-EE70B0DA7436}" dt="2026-09-02T22:30:06.049" v="4" actId="34807"/>
          <ac:spMkLst>
            <pc:docMk/>
            <pc:sldMk cId="3836157767" sldId="457"/>
            <ac:spMk id="9" creationId="{AEE697EC-64C1-B65F-CAE8-8015B9B79B62}"/>
          </ac:spMkLst>
        </pc:spChg>
        <pc:spChg chg="add mod">
          <ac:chgData name="" userId="" providerId="" clId="Web-{173CBB64-75B3-424F-AA45-EE70B0DA7436}" dt="2026-09-02T22:30:06.049" v="4" actId="34807"/>
          <ac:spMkLst>
            <pc:docMk/>
            <pc:sldMk cId="3836157767" sldId="457"/>
            <ac:spMk id="10" creationId="{D5964C36-2B67-DD85-71B9-C52D31D44DBC}"/>
          </ac:spMkLst>
        </pc:spChg>
        <pc:spChg chg="add mod">
          <ac:chgData name="" userId="" providerId="" clId="Web-{173CBB64-75B3-424F-AA45-EE70B0DA7436}" dt="2026-09-02T22:30:06.049" v="4" actId="34807"/>
          <ac:spMkLst>
            <pc:docMk/>
            <pc:sldMk cId="3836157767" sldId="457"/>
            <ac:spMk id="11" creationId="{05A0386E-53EF-70D5-95E9-7EB21A1FAD09}"/>
          </ac:spMkLst>
        </pc:spChg>
      </pc:sldChg>
      <pc:sldChg chg="addSp modSp add mod setBg modNotesTx">
        <pc:chgData name="" userId="" providerId="" clId="Web-{173CBB64-75B3-424F-AA45-EE70B0DA7436}" dt="2026-09-02T22:30:23.128" v="5" actId="34807"/>
        <pc:sldMkLst>
          <pc:docMk/>
          <pc:sldMk cId="3307230281" sldId="659"/>
        </pc:sldMkLst>
        <pc:spChg chg="add mod">
          <ac:chgData name="" userId="" providerId="" clId="Web-{173CBB64-75B3-424F-AA45-EE70B0DA7436}" dt="2026-09-02T22:30:23.128" v="5" actId="34807"/>
          <ac:spMkLst>
            <pc:docMk/>
            <pc:sldMk cId="3307230281" sldId="659"/>
            <ac:spMk id="12" creationId="{13221458-3378-6C11-12F3-8C822C3D93AE}"/>
          </ac:spMkLst>
        </pc:spChg>
        <pc:spChg chg="add mod">
          <ac:chgData name="" userId="" providerId="" clId="Web-{173CBB64-75B3-424F-AA45-EE70B0DA7436}" dt="2026-09-02T22:30:23.128" v="5" actId="34807"/>
          <ac:spMkLst>
            <pc:docMk/>
            <pc:sldMk cId="3307230281" sldId="659"/>
            <ac:spMk id="13" creationId="{49B1C7F7-3231-7ED0-8376-FBD8EA930453}"/>
          </ac:spMkLst>
        </pc:spChg>
        <pc:spChg chg="add mod">
          <ac:chgData name="" userId="" providerId="" clId="Web-{173CBB64-75B3-424F-AA45-EE70B0DA7436}" dt="2026-09-02T22:30:23.128" v="5" actId="34807"/>
          <ac:spMkLst>
            <pc:docMk/>
            <pc:sldMk cId="3307230281" sldId="659"/>
            <ac:spMk id="15" creationId="{30D24F08-B1C8-C8B0-37A2-7735ACE364FB}"/>
          </ac:spMkLst>
        </pc:spChg>
      </pc:sldChg>
      <pc:sldChg chg="addSp delSp modSp add mod setBg modNotesTx">
        <pc:chgData name="" userId="" providerId="" clId="Web-{173CBB64-75B3-424F-AA45-EE70B0DA7436}" dt="2026-09-02T22:33:26.713" v="14" actId="34807"/>
        <pc:sldMkLst>
          <pc:docMk/>
          <pc:sldMk cId="3047827663" sldId="862"/>
        </pc:sldMkLst>
        <pc:spChg chg="add mod">
          <ac:chgData name="" userId="" providerId="" clId="Web-{173CBB64-75B3-424F-AA45-EE70B0DA7436}" dt="2026-09-02T22:30:35.206" v="6" actId="34807"/>
          <ac:spMkLst>
            <pc:docMk/>
            <pc:sldMk cId="3047827663" sldId="862"/>
            <ac:spMk id="16" creationId="{8A525739-80EF-6FF5-7E86-B6447A81447E}"/>
          </ac:spMkLst>
        </pc:spChg>
        <pc:spChg chg="add mod">
          <ac:chgData name="" userId="" providerId="" clId="Web-{173CBB64-75B3-424F-AA45-EE70B0DA7436}" dt="2026-09-02T22:30:35.206" v="6" actId="34807"/>
          <ac:spMkLst>
            <pc:docMk/>
            <pc:sldMk cId="3047827663" sldId="862"/>
            <ac:spMk id="17" creationId="{478F3EE0-B546-2574-C60C-364F31CB43D3}"/>
          </ac:spMkLst>
        </pc:spChg>
        <pc:spChg chg="add mod">
          <ac:chgData name="" userId="" providerId="" clId="Web-{173CBB64-75B3-424F-AA45-EE70B0DA7436}" dt="2026-09-02T22:33:26.713" v="14" actId="34807"/>
          <ac:spMkLst>
            <pc:docMk/>
            <pc:sldMk cId="3047827663" sldId="862"/>
            <ac:spMk id="20" creationId="{6496D39D-F76A-9692-DCBA-11C74EE3D705}"/>
          </ac:spMkLst>
        </pc:spChg>
        <pc:graphicFrameChg chg="add mod">
          <ac:chgData name="" userId="" providerId="" clId="Web-{173CBB64-75B3-424F-AA45-EE70B0DA7436}" dt="2026-09-02T22:32:50.805" v="13" actId="34807"/>
          <ac:graphicFrameMkLst>
            <pc:docMk/>
            <pc:sldMk cId="3047827663" sldId="862"/>
            <ac:graphicFrameMk id="7" creationId="{41E045A9-3076-4538-9C1B-A03F0D17B735}"/>
          </ac:graphicFrameMkLst>
        </pc:graphicFrameChg>
      </pc:sldChg>
      <pc:sldChg chg="addSp modSp add mod setBg modNotesTx">
        <pc:chgData name="" userId="" providerId="" clId="Web-{173CBB64-75B3-424F-AA45-EE70B0DA7436}" dt="2026-09-02T22:31:01.301" v="7" actId="34807"/>
        <pc:sldMkLst>
          <pc:docMk/>
          <pc:sldMk cId="2063946586" sldId="1066"/>
        </pc:sldMkLst>
        <pc:spChg chg="add mod">
          <ac:chgData name="" userId="" providerId="" clId="Web-{173CBB64-75B3-424F-AA45-EE70B0DA7436}" dt="2026-09-02T22:31:01.301" v="7" actId="34807"/>
          <ac:spMkLst>
            <pc:docMk/>
            <pc:sldMk cId="2063946586" sldId="1066"/>
            <ac:spMk id="21" creationId="{84B9949E-10B2-D376-74BB-B5ADE571F37E}"/>
          </ac:spMkLst>
        </pc:spChg>
        <pc:spChg chg="add mod">
          <ac:chgData name="" userId="" providerId="" clId="Web-{173CBB64-75B3-424F-AA45-EE70B0DA7436}" dt="2026-09-02T22:31:01.301" v="7" actId="34807"/>
          <ac:spMkLst>
            <pc:docMk/>
            <pc:sldMk cId="2063946586" sldId="1066"/>
            <ac:spMk id="22" creationId="{C725F1B1-4D41-66A3-1D24-17AAA3A8EFC5}"/>
          </ac:spMkLst>
        </pc:spChg>
        <pc:spChg chg="add mod">
          <ac:chgData name="" userId="" providerId="" clId="Web-{173CBB64-75B3-424F-AA45-EE70B0DA7436}" dt="2026-09-02T22:31:01.301" v="7" actId="34807"/>
          <ac:spMkLst>
            <pc:docMk/>
            <pc:sldMk cId="2063946586" sldId="1066"/>
            <ac:spMk id="23" creationId="{8B9C2AD7-752C-03FB-5D56-631D8AC944BE}"/>
          </ac:spMkLst>
        </pc:spChg>
        <pc:spChg chg="add mod">
          <ac:chgData name="" userId="" providerId="" clId="Web-{173CBB64-75B3-424F-AA45-EE70B0DA7436}" dt="2026-09-02T22:31:01.301" v="7" actId="34807"/>
          <ac:spMkLst>
            <pc:docMk/>
            <pc:sldMk cId="2063946586" sldId="1066"/>
            <ac:spMk id="24" creationId="{DD2F4734-CFF2-8965-8562-2B78F0882452}"/>
          </ac:spMkLst>
        </pc:spChg>
        <pc:spChg chg="add mod">
          <ac:chgData name="" userId="" providerId="" clId="Web-{173CBB64-75B3-424F-AA45-EE70B0DA7436}" dt="2026-09-02T22:31:01.301" v="7" actId="34807"/>
          <ac:spMkLst>
            <pc:docMk/>
            <pc:sldMk cId="2063946586" sldId="1066"/>
            <ac:spMk id="25" creationId="{F0152F1F-AF04-5A05-CF09-D66F468249F0}"/>
          </ac:spMkLst>
        </pc:spChg>
      </pc:sldChg>
      <pc:sldChg chg="addSp modSp add mod setBg modNotesTx">
        <pc:chgData name="" userId="" providerId="" clId="Web-{173CBB64-75B3-424F-AA45-EE70B0DA7436}" dt="2026-09-02T22:31:18.583" v="8" actId="34807"/>
        <pc:sldMkLst>
          <pc:docMk/>
          <pc:sldMk cId="2458826375" sldId="1271"/>
        </pc:sldMkLst>
        <pc:spChg chg="add mod">
          <ac:chgData name="" userId="" providerId="" clId="Web-{173CBB64-75B3-424F-AA45-EE70B0DA7436}" dt="2026-09-02T22:31:18.583" v="8" actId="34807"/>
          <ac:spMkLst>
            <pc:docMk/>
            <pc:sldMk cId="2458826375" sldId="1271"/>
            <ac:spMk id="26" creationId="{1873FC95-21F3-7302-BBBE-A37F5BFCB179}"/>
          </ac:spMkLst>
        </pc:spChg>
        <pc:spChg chg="add mod">
          <ac:chgData name="" userId="" providerId="" clId="Web-{173CBB64-75B3-424F-AA45-EE70B0DA7436}" dt="2026-09-02T22:31:18.583" v="8" actId="34807"/>
          <ac:spMkLst>
            <pc:docMk/>
            <pc:sldMk cId="2458826375" sldId="1271"/>
            <ac:spMk id="27" creationId="{133192A3-6AA1-B87D-D853-EB4584383034}"/>
          </ac:spMkLst>
        </pc:spChg>
        <pc:spChg chg="add mod">
          <ac:chgData name="" userId="" providerId="" clId="Web-{173CBB64-75B3-424F-AA45-EE70B0DA7436}" dt="2026-09-02T22:31:18.583" v="8" actId="34807"/>
          <ac:spMkLst>
            <pc:docMk/>
            <pc:sldMk cId="2458826375" sldId="1271"/>
            <ac:spMk id="28" creationId="{2B180C89-E252-860A-D0E5-C3B319593879}"/>
          </ac:spMkLst>
        </pc:spChg>
        <pc:spChg chg="add mod">
          <ac:chgData name="" userId="" providerId="" clId="Web-{173CBB64-75B3-424F-AA45-EE70B0DA7436}" dt="2026-09-02T22:31:18.583" v="8" actId="34807"/>
          <ac:spMkLst>
            <pc:docMk/>
            <pc:sldMk cId="2458826375" sldId="1271"/>
            <ac:spMk id="29" creationId="{B274ED3B-1038-A76E-CBCD-CC1BFED41B86}"/>
          </ac:spMkLst>
        </pc:spChg>
        <pc:spChg chg="add mod">
          <ac:chgData name="" userId="" providerId="" clId="Web-{173CBB64-75B3-424F-AA45-EE70B0DA7436}" dt="2026-09-02T22:31:18.583" v="8" actId="34807"/>
          <ac:spMkLst>
            <pc:docMk/>
            <pc:sldMk cId="2458826375" sldId="1271"/>
            <ac:spMk id="30" creationId="{B5BAB9B8-23F7-8001-E561-923F55A1091E}"/>
          </ac:spMkLst>
        </pc:spChg>
      </pc:sldChg>
      <pc:sldChg chg="addSp modSp add mod setBg modNotesTx">
        <pc:chgData name="" userId="" providerId="" clId="Web-{173CBB64-75B3-424F-AA45-EE70B0DA7436}" dt="2026-09-02T22:32:50.805" v="13" actId="34807"/>
        <pc:sldMkLst>
          <pc:docMk/>
          <pc:sldMk cId="336290093" sldId="1477"/>
        </pc:sldMkLst>
        <pc:spChg chg="add mod">
          <ac:chgData name="" userId="" providerId="" clId="Web-{173CBB64-75B3-424F-AA45-EE70B0DA7436}" dt="2026-09-02T22:31:51.928" v="9" actId="34807"/>
          <ac:spMkLst>
            <pc:docMk/>
            <pc:sldMk cId="336290093" sldId="1477"/>
            <ac:spMk id="31" creationId="{9C31386E-E777-A1A4-E329-AA6F07CB0936}"/>
          </ac:spMkLst>
        </pc:spChg>
        <pc:spChg chg="add mod">
          <ac:chgData name="" userId="" providerId="" clId="Web-{173CBB64-75B3-424F-AA45-EE70B0DA7436}" dt="2026-09-02T22:31:51.928" v="9" actId="34807"/>
          <ac:spMkLst>
            <pc:docMk/>
            <pc:sldMk cId="336290093" sldId="1477"/>
            <ac:spMk id="32" creationId="{2E0F059D-AC52-4C4C-53E2-F5420C25EFBA}"/>
          </ac:spMkLst>
        </pc:spChg>
        <pc:spChg chg="add mod">
          <ac:chgData name="" userId="" providerId="" clId="Web-{173CBB64-75B3-424F-AA45-EE70B0DA7436}" dt="2026-09-02T22:31:51.928" v="9" actId="34807"/>
          <ac:spMkLst>
            <pc:docMk/>
            <pc:sldMk cId="336290093" sldId="1477"/>
            <ac:spMk id="34" creationId="{B37C4682-E473-4B37-7ED2-163A3527D867}"/>
          </ac:spMkLst>
        </pc:spChg>
        <pc:spChg chg="add mod">
          <ac:chgData name="" userId="" providerId="" clId="Web-{173CBB64-75B3-424F-AA45-EE70B0DA7436}" dt="2026-09-02T22:31:51.928" v="9" actId="34807"/>
          <ac:spMkLst>
            <pc:docMk/>
            <pc:sldMk cId="336290093" sldId="1477"/>
            <ac:spMk id="35" creationId="{28876F54-86FE-6A00-1B09-AB37D69DBF26}"/>
          </ac:spMkLst>
        </pc:spChg>
        <pc:spChg chg="add mod">
          <ac:chgData name="" userId="" providerId="" clId="Web-{173CBB64-75B3-424F-AA45-EE70B0DA7436}" dt="2026-09-02T22:31:51.928" v="9" actId="34807"/>
          <ac:spMkLst>
            <pc:docMk/>
            <pc:sldMk cId="336290093" sldId="1477"/>
            <ac:spMk id="36" creationId="{680B633A-8F8E-A900-2052-B2095A4516F8}"/>
          </ac:spMkLst>
        </pc:spChg>
        <pc:graphicFrameChg chg="add mod">
          <ac:chgData name="" userId="" providerId="" clId="Web-{173CBB64-75B3-424F-AA45-EE70B0DA7436}" dt="2026-09-02T22:32:50.805" v="13" actId="34807"/>
          <ac:graphicFrameMkLst>
            <pc:docMk/>
            <pc:sldMk cId="336290093" sldId="1477"/>
            <ac:graphicFrameMk id="8" creationId="{73B9A07E-82D7-4D80-9CFE-4D95D774D9F8}"/>
          </ac:graphicFrameMkLst>
        </pc:graphicFrameChg>
      </pc:sldChg>
      <pc:sldChg chg="addSp modSp add mod setBg modNotesTx">
        <pc:chgData name="" userId="" providerId="" clId="Web-{173CBB64-75B3-424F-AA45-EE70B0DA7436}" dt="2026-09-02T22:32:06.366" v="10" actId="34807"/>
        <pc:sldMkLst>
          <pc:docMk/>
          <pc:sldMk cId="4013215455" sldId="1684"/>
        </pc:sldMkLst>
        <pc:spChg chg="add mod">
          <ac:chgData name="" userId="" providerId="" clId="Web-{173CBB64-75B3-424F-AA45-EE70B0DA7436}" dt="2026-09-02T22:32:06.366" v="10" actId="34807"/>
          <ac:spMkLst>
            <pc:docMk/>
            <pc:sldMk cId="4013215455" sldId="1684"/>
            <ac:spMk id="37" creationId="{B2BE622A-EC86-CC1B-D4C4-68DA5CB60E1F}"/>
          </ac:spMkLst>
        </pc:spChg>
        <pc:spChg chg="add mod">
          <ac:chgData name="" userId="" providerId="" clId="Web-{173CBB64-75B3-424F-AA45-EE70B0DA7436}" dt="2026-09-02T22:32:06.366" v="10" actId="34807"/>
          <ac:spMkLst>
            <pc:docMk/>
            <pc:sldMk cId="4013215455" sldId="1684"/>
            <ac:spMk id="38" creationId="{F5B78ACE-0B28-C88D-2EC5-8ED9C3BE7B21}"/>
          </ac:spMkLst>
        </pc:spChg>
        <pc:spChg chg="add mod">
          <ac:chgData name="" userId="" providerId="" clId="Web-{173CBB64-75B3-424F-AA45-EE70B0DA7436}" dt="2026-09-02T22:32:06.366" v="10" actId="34807"/>
          <ac:spMkLst>
            <pc:docMk/>
            <pc:sldMk cId="4013215455" sldId="1684"/>
            <ac:spMk id="39" creationId="{DEB808C8-2BE5-6EC6-E34F-D8CABF4CB391}"/>
          </ac:spMkLst>
        </pc:spChg>
        <pc:spChg chg="add mod">
          <ac:chgData name="" userId="" providerId="" clId="Web-{173CBB64-75B3-424F-AA45-EE70B0DA7436}" dt="2026-09-02T22:32:06.366" v="10" actId="34807"/>
          <ac:spMkLst>
            <pc:docMk/>
            <pc:sldMk cId="4013215455" sldId="1684"/>
            <ac:spMk id="40" creationId="{8C4B1216-3EC9-FBAC-D167-00B6F5AAE4FE}"/>
          </ac:spMkLst>
        </pc:spChg>
        <pc:spChg chg="add mod">
          <ac:chgData name="" userId="" providerId="" clId="Web-{173CBB64-75B3-424F-AA45-EE70B0DA7436}" dt="2026-09-02T22:32:06.366" v="10" actId="34807"/>
          <ac:spMkLst>
            <pc:docMk/>
            <pc:sldMk cId="4013215455" sldId="1684"/>
            <ac:spMk id="41" creationId="{218C2479-C808-4729-2FF3-52C74ABA3A6E}"/>
          </ac:spMkLst>
        </pc:spChg>
      </pc:sldChg>
      <pc:sldChg chg="addSp modSp add mod setBg modNotesTx">
        <pc:chgData name="" userId="" providerId="" clId="Web-{173CBB64-75B3-424F-AA45-EE70B0DA7436}" dt="2026-09-02T22:32:15.757" v="11" actId="34807"/>
        <pc:sldMkLst>
          <pc:docMk/>
          <pc:sldMk cId="3866569498" sldId="1892"/>
        </pc:sldMkLst>
        <pc:spChg chg="add mod">
          <ac:chgData name="" userId="" providerId="" clId="Web-{173CBB64-75B3-424F-AA45-EE70B0DA7436}" dt="2026-09-02T22:32:15.757" v="11" actId="34807"/>
          <ac:spMkLst>
            <pc:docMk/>
            <pc:sldMk cId="3866569498" sldId="1892"/>
            <ac:spMk id="42" creationId="{2B3E42D7-23F2-FEF4-5B2D-D736CC2150F4}"/>
          </ac:spMkLst>
        </pc:spChg>
        <pc:spChg chg="add mod">
          <ac:chgData name="" userId="" providerId="" clId="Web-{173CBB64-75B3-424F-AA45-EE70B0DA7436}" dt="2026-09-02T22:32:15.757" v="11" actId="34807"/>
          <ac:spMkLst>
            <pc:docMk/>
            <pc:sldMk cId="3866569498" sldId="1892"/>
            <ac:spMk id="43" creationId="{DD5A3D97-BDF8-C1A2-6F6F-E34DFC4E7F75}"/>
          </ac:spMkLst>
        </pc:spChg>
        <pc:spChg chg="add mod">
          <ac:chgData name="" userId="" providerId="" clId="Web-{173CBB64-75B3-424F-AA45-EE70B0DA7436}" dt="2026-09-02T22:32:15.757" v="11" actId="34807"/>
          <ac:spMkLst>
            <pc:docMk/>
            <pc:sldMk cId="3866569498" sldId="1892"/>
            <ac:spMk id="44" creationId="{EDD8C116-6F1D-6F31-8504-48E1408CB71D}"/>
          </ac:spMkLst>
        </pc:spChg>
        <pc:spChg chg="add mod">
          <ac:chgData name="" userId="" providerId="" clId="Web-{173CBB64-75B3-424F-AA45-EE70B0DA7436}" dt="2026-09-02T22:32:15.757" v="11" actId="34807"/>
          <ac:spMkLst>
            <pc:docMk/>
            <pc:sldMk cId="3866569498" sldId="1892"/>
            <ac:spMk id="45" creationId="{ABA137E3-2D89-1B2C-E8BF-E4D9D487669C}"/>
          </ac:spMkLst>
        </pc:spChg>
      </pc:sldChg>
      <pc:sldChg chg="addSp modSp add mod setBg modNotesTx">
        <pc:chgData name="" userId="" providerId="" clId="Web-{173CBB64-75B3-424F-AA45-EE70B0DA7436}" dt="2026-09-02T22:32:34.961" v="12" actId="34807"/>
        <pc:sldMkLst>
          <pc:docMk/>
          <pc:sldMk cId="698172822" sldId="2101"/>
        </pc:sldMkLst>
        <pc:spChg chg="add mod">
          <ac:chgData name="" userId="" providerId="" clId="Web-{173CBB64-75B3-424F-AA45-EE70B0DA7436}" dt="2026-09-02T22:32:34.961" v="12" actId="34807"/>
          <ac:spMkLst>
            <pc:docMk/>
            <pc:sldMk cId="698172822" sldId="2101"/>
            <ac:spMk id="46" creationId="{3628D555-A65A-3D63-9BBB-2E6CAEB842F2}"/>
          </ac:spMkLst>
        </pc:spChg>
        <pc:spChg chg="add mod">
          <ac:chgData name="" userId="" providerId="" clId="Web-{173CBB64-75B3-424F-AA45-EE70B0DA7436}" dt="2026-09-02T22:32:34.961" v="12" actId="34807"/>
          <ac:spMkLst>
            <pc:docMk/>
            <pc:sldMk cId="698172822" sldId="2101"/>
            <ac:spMk id="47" creationId="{8281C820-A6B3-5FD5-6DFC-8652C73DC32E}"/>
          </ac:spMkLst>
        </pc:spChg>
        <pc:spChg chg="add mod">
          <ac:chgData name="" userId="" providerId="" clId="Web-{173CBB64-75B3-424F-AA45-EE70B0DA7436}" dt="2026-09-02T22:32:34.961" v="12" actId="34807"/>
          <ac:spMkLst>
            <pc:docMk/>
            <pc:sldMk cId="698172822" sldId="2101"/>
            <ac:spMk id="48" creationId="{433E8D99-C75B-396A-183D-2AAD74A7FAE6}"/>
          </ac:spMkLst>
        </pc:spChg>
        <pc:spChg chg="add mod">
          <ac:chgData name="" userId="" providerId="" clId="Web-{173CBB64-75B3-424F-AA45-EE70B0DA7436}" dt="2026-09-02T22:32:34.961" v="12" actId="34807"/>
          <ac:spMkLst>
            <pc:docMk/>
            <pc:sldMk cId="698172822" sldId="2101"/>
            <ac:spMk id="49" creationId="{FDF64BD6-D9B6-A36A-E95E-1D2AA86537EC}"/>
          </ac:spMkLst>
        </pc:spChg>
      </pc:sldChg>
      <pc:sldChg chg="addSp modSp add mod setBg modNotesTx">
        <pc:chgData name="" userId="" providerId="" clId="Web-{173CBB64-75B3-424F-AA45-EE70B0DA7436}" dt="2026-09-02T22:32:34.961" v="12" actId="34807"/>
        <pc:sldMkLst>
          <pc:docMk/>
          <pc:sldMk cId="3485073092" sldId="2311"/>
        </pc:sldMkLst>
        <pc:spChg chg="add mod">
          <ac:chgData name="" userId="" providerId="" clId="Web-{173CBB64-75B3-424F-AA45-EE70B0DA7436}" dt="2026-09-02T22:32:34.961" v="12" actId="34807"/>
          <ac:spMkLst>
            <pc:docMk/>
            <pc:sldMk cId="3485073092" sldId="2311"/>
            <ac:spMk id="51" creationId="{948398B1-4AB9-E30D-09E0-61DB60E45E69}"/>
          </ac:spMkLst>
        </pc:spChg>
        <pc:spChg chg="add mod">
          <ac:chgData name="" userId="" providerId="" clId="Web-{173CBB64-75B3-424F-AA45-EE70B0DA7436}" dt="2026-09-02T22:32:34.961" v="12" actId="34807"/>
          <ac:spMkLst>
            <pc:docMk/>
            <pc:sldMk cId="3485073092" sldId="2311"/>
            <ac:spMk id="52" creationId="{DC184476-4799-CC1A-FD91-C313274A63B8}"/>
          </ac:spMkLst>
        </pc:spChg>
        <pc:spChg chg="add mod">
          <ac:chgData name="" userId="" providerId="" clId="Web-{173CBB64-75B3-424F-AA45-EE70B0DA7436}" dt="2026-09-02T22:32:34.961" v="12" actId="34807"/>
          <ac:spMkLst>
            <pc:docMk/>
            <pc:sldMk cId="3485073092" sldId="2311"/>
            <ac:spMk id="53" creationId="{5C156847-C716-05A4-4665-CE7ADD221C13}"/>
          </ac:spMkLst>
        </pc:spChg>
      </pc:sldChg>
      <pc:sldChg chg="addSp modSp add mod setBg modNotesTx">
        <pc:chgData name="" userId="" providerId="" clId="Web-{173CBB64-75B3-424F-AA45-EE70B0DA7436}" dt="2026-09-02T22:32:34.961" v="12" actId="34807"/>
        <pc:sldMkLst>
          <pc:docMk/>
          <pc:sldMk cId="210565273" sldId="2522"/>
        </pc:sldMkLst>
        <pc:spChg chg="add mod">
          <ac:chgData name="" userId="" providerId="" clId="Web-{173CBB64-75B3-424F-AA45-EE70B0DA7436}" dt="2026-09-02T22:32:34.961" v="12" actId="34807"/>
          <ac:spMkLst>
            <pc:docMk/>
            <pc:sldMk cId="210565273" sldId="2522"/>
            <ac:spMk id="55" creationId="{CF331241-D49A-EE1F-9803-6CBEDE05F559}"/>
          </ac:spMkLst>
        </pc:spChg>
        <pc:spChg chg="add mod">
          <ac:chgData name="" userId="" providerId="" clId="Web-{173CBB64-75B3-424F-AA45-EE70B0DA7436}" dt="2026-09-02T22:32:34.961" v="12" actId="34807"/>
          <ac:spMkLst>
            <pc:docMk/>
            <pc:sldMk cId="210565273" sldId="2522"/>
            <ac:spMk id="56" creationId="{0D3EEEAE-292F-3900-79ED-E6EF414DAE22}"/>
          </ac:spMkLst>
        </pc:spChg>
        <pc:spChg chg="add mod">
          <ac:chgData name="" userId="" providerId="" clId="Web-{173CBB64-75B3-424F-AA45-EE70B0DA7436}" dt="2026-09-02T22:32:34.961" v="12" actId="34807"/>
          <ac:spMkLst>
            <pc:docMk/>
            <pc:sldMk cId="210565273" sldId="2522"/>
            <ac:spMk id="57" creationId="{746AE90B-A959-11A8-BA23-8D1041364A7D}"/>
          </ac:spMkLst>
        </pc:spChg>
        <pc:spChg chg="add mod">
          <ac:chgData name="" userId="" providerId="" clId="Web-{173CBB64-75B3-424F-AA45-EE70B0DA7436}" dt="2026-09-02T22:32:34.961" v="12" actId="34807"/>
          <ac:spMkLst>
            <pc:docMk/>
            <pc:sldMk cId="210565273" sldId="2522"/>
            <ac:spMk id="58" creationId="{BEF442FC-E04A-C75E-6B35-AD065A7B7823}"/>
          </ac:spMkLst>
        </pc:spChg>
      </pc:sldChg>
      <pc:sldMasterChg chg="modSp modSldLayout">
        <pc:chgData name="" userId="" providerId="" clId="Web-{173CBB64-75B3-424F-AA45-EE70B0DA7436}" dt="2026-09-02T22:29:11.422" v="0" actId="34807"/>
        <pc:sldMasterMkLst>
          <pc:docMk/>
          <pc:sldMasterMk cId="2209977519" sldId="2147483648"/>
        </pc:sldMasterMkLst>
        <pc:spChg chg="mod">
          <ac:chgData name="" userId="" providerId="" clId="Web-{173CBB64-75B3-424F-AA45-EE70B0DA7436}" dt="2026-09-02T22:29:11.422" v="0" actId="34807"/>
          <ac:spMkLst>
            <pc:docMk/>
            <pc:sldMasterMk cId="2209977519" sldId="2147483648"/>
            <ac:spMk id="2" creationId="{00000000-0000-0000-0000-000000000000}"/>
          </ac:spMkLst>
        </pc:spChg>
        <pc:spChg chg="mod">
          <ac:chgData name="" userId="" providerId="" clId="Web-{173CBB64-75B3-424F-AA45-EE70B0DA7436}" dt="2026-09-02T22:29:11.422" v="0" actId="34807"/>
          <ac:spMkLst>
            <pc:docMk/>
            <pc:sldMasterMk cId="2209977519" sldId="2147483648"/>
            <ac:spMk id="3" creationId="{00000000-0000-0000-0000-000000000000}"/>
          </ac:spMkLst>
        </pc:spChg>
        <pc:spChg chg="mod">
          <ac:chgData name="" userId="" providerId="" clId="Web-{173CBB64-75B3-424F-AA45-EE70B0DA7436}" dt="2026-09-02T22:29:11.422" v="0" actId="34807"/>
          <ac:spMkLst>
            <pc:docMk/>
            <pc:sldMasterMk cId="2209977519" sldId="2147483648"/>
            <ac:spMk id="4" creationId="{00000000-0000-0000-0000-000000000000}"/>
          </ac:spMkLst>
        </pc:spChg>
        <pc:spChg chg="mod">
          <ac:chgData name="" userId="" providerId="" clId="Web-{173CBB64-75B3-424F-AA45-EE70B0DA7436}" dt="2026-09-02T22:29:11.422" v="0" actId="34807"/>
          <ac:spMkLst>
            <pc:docMk/>
            <pc:sldMasterMk cId="2209977519" sldId="2147483648"/>
            <ac:spMk id="5" creationId="{00000000-0000-0000-0000-000000000000}"/>
          </ac:spMkLst>
        </pc:spChg>
        <pc:spChg chg="mod">
          <ac:chgData name="" userId="" providerId="" clId="Web-{173CBB64-75B3-424F-AA45-EE70B0DA7436}" dt="2026-09-02T22:29:11.422" v="0" actId="34807"/>
          <ac:spMkLst>
            <pc:docMk/>
            <pc:sldMasterMk cId="2209977519" sldId="2147483648"/>
            <ac:spMk id="6" creationId="{00000000-0000-0000-0000-000000000000}"/>
          </ac:spMkLst>
        </pc:spChg>
        <pc:sldLayoutChg chg="modSp">
          <pc:chgData name="" userId="" providerId="" clId="Web-{173CBB64-75B3-424F-AA45-EE70B0DA7436}" dt="2026-09-02T22:29:11.422" v="0" actId="34807"/>
          <pc:sldLayoutMkLst>
            <pc:docMk/>
            <pc:sldMasterMk cId="2209977519" sldId="2147483648"/>
            <pc:sldLayoutMk cId="3168075583" sldId="2147483649"/>
          </pc:sldLayoutMkLst>
          <pc:spChg chg="mod">
            <ac:chgData name="" userId="" providerId="" clId="Web-{173CBB64-75B3-424F-AA45-EE70B0DA7436}" dt="2026-09-02T22:29:11.422" v="0" actId="34807"/>
            <ac:spMkLst>
              <pc:docMk/>
              <pc:sldMasterMk cId="2209977519" sldId="2147483648"/>
              <pc:sldLayoutMk cId="3168075583" sldId="2147483649"/>
              <ac:spMk id="2" creationId="{00000000-0000-0000-0000-000000000000}"/>
            </ac:spMkLst>
          </pc:spChg>
          <pc:spChg chg="mod">
            <ac:chgData name="" userId="" providerId="" clId="Web-{173CBB64-75B3-424F-AA45-EE70B0DA7436}" dt="2026-09-02T22:29:11.422" v="0" actId="34807"/>
            <ac:spMkLst>
              <pc:docMk/>
              <pc:sldMasterMk cId="2209977519" sldId="2147483648"/>
              <pc:sldLayoutMk cId="3168075583" sldId="2147483649"/>
              <ac:spMk id="3" creationId="{00000000-0000-0000-0000-000000000000}"/>
            </ac:spMkLst>
          </pc:spChg>
        </pc:sldLayoutChg>
        <pc:sldLayoutChg chg="modSp">
          <pc:chgData name="" userId="" providerId="" clId="Web-{173CBB64-75B3-424F-AA45-EE70B0DA7436}" dt="2026-09-02T22:29:11.422" v="0" actId="34807"/>
          <pc:sldLayoutMkLst>
            <pc:docMk/>
            <pc:sldMasterMk cId="2209977519" sldId="2147483648"/>
            <pc:sldLayoutMk cId="960648375" sldId="2147483651"/>
          </pc:sldLayoutMkLst>
          <pc:spChg chg="mod">
            <ac:chgData name="" userId="" providerId="" clId="Web-{173CBB64-75B3-424F-AA45-EE70B0DA7436}" dt="2026-09-02T22:29:11.422" v="0" actId="34807"/>
            <ac:spMkLst>
              <pc:docMk/>
              <pc:sldMasterMk cId="2209977519" sldId="2147483648"/>
              <pc:sldLayoutMk cId="960648375" sldId="2147483651"/>
              <ac:spMk id="2" creationId="{00000000-0000-0000-0000-000000000000}"/>
            </ac:spMkLst>
          </pc:spChg>
          <pc:spChg chg="mod">
            <ac:chgData name="" userId="" providerId="" clId="Web-{173CBB64-75B3-424F-AA45-EE70B0DA7436}" dt="2026-09-02T22:29:11.422" v="0" actId="34807"/>
            <ac:spMkLst>
              <pc:docMk/>
              <pc:sldMasterMk cId="2209977519" sldId="2147483648"/>
              <pc:sldLayoutMk cId="960648375" sldId="2147483651"/>
              <ac:spMk id="3" creationId="{00000000-0000-0000-0000-000000000000}"/>
            </ac:spMkLst>
          </pc:spChg>
        </pc:sldLayoutChg>
        <pc:sldLayoutChg chg="modSp">
          <pc:chgData name="" userId="" providerId="" clId="Web-{173CBB64-75B3-424F-AA45-EE70B0DA7436}" dt="2026-09-02T22:29:11.422" v="0" actId="34807"/>
          <pc:sldLayoutMkLst>
            <pc:docMk/>
            <pc:sldMasterMk cId="2209977519" sldId="2147483648"/>
            <pc:sldLayoutMk cId="2782244947" sldId="2147483652"/>
          </pc:sldLayoutMkLst>
          <pc:spChg chg="mod">
            <ac:chgData name="" userId="" providerId="" clId="Web-{173CBB64-75B3-424F-AA45-EE70B0DA7436}" dt="2026-09-02T22:29:11.422" v="0" actId="34807"/>
            <ac:spMkLst>
              <pc:docMk/>
              <pc:sldMasterMk cId="2209977519" sldId="2147483648"/>
              <pc:sldLayoutMk cId="2782244947" sldId="2147483652"/>
              <ac:spMk id="3" creationId="{00000000-0000-0000-0000-000000000000}"/>
            </ac:spMkLst>
          </pc:spChg>
          <pc:spChg chg="mod">
            <ac:chgData name="" userId="" providerId="" clId="Web-{173CBB64-75B3-424F-AA45-EE70B0DA7436}" dt="2026-09-02T22:29:11.422" v="0" actId="34807"/>
            <ac:spMkLst>
              <pc:docMk/>
              <pc:sldMasterMk cId="2209977519" sldId="2147483648"/>
              <pc:sldLayoutMk cId="2782244947" sldId="2147483652"/>
              <ac:spMk id="4" creationId="{00000000-0000-0000-0000-000000000000}"/>
            </ac:spMkLst>
          </pc:spChg>
        </pc:sldLayoutChg>
        <pc:sldLayoutChg chg="modSp">
          <pc:chgData name="" userId="" providerId="" clId="Web-{173CBB64-75B3-424F-AA45-EE70B0DA7436}" dt="2026-09-02T22:29:11.422" v="0" actId="34807"/>
          <pc:sldLayoutMkLst>
            <pc:docMk/>
            <pc:sldMasterMk cId="2209977519" sldId="2147483648"/>
            <pc:sldLayoutMk cId="990158736" sldId="2147483653"/>
          </pc:sldLayoutMkLst>
          <pc:spChg chg="mod">
            <ac:chgData name="" userId="" providerId="" clId="Web-{173CBB64-75B3-424F-AA45-EE70B0DA7436}" dt="2026-09-02T22:29:11.422" v="0" actId="34807"/>
            <ac:spMkLst>
              <pc:docMk/>
              <pc:sldMasterMk cId="2209977519" sldId="2147483648"/>
              <pc:sldLayoutMk cId="990158736" sldId="2147483653"/>
              <ac:spMk id="3" creationId="{00000000-0000-0000-0000-000000000000}"/>
            </ac:spMkLst>
          </pc:spChg>
          <pc:spChg chg="mod">
            <ac:chgData name="" userId="" providerId="" clId="Web-{173CBB64-75B3-424F-AA45-EE70B0DA7436}" dt="2026-09-02T22:29:11.422" v="0" actId="34807"/>
            <ac:spMkLst>
              <pc:docMk/>
              <pc:sldMasterMk cId="2209977519" sldId="2147483648"/>
              <pc:sldLayoutMk cId="990158736" sldId="2147483653"/>
              <ac:spMk id="4" creationId="{00000000-0000-0000-0000-000000000000}"/>
            </ac:spMkLst>
          </pc:spChg>
          <pc:spChg chg="mod">
            <ac:chgData name="" userId="" providerId="" clId="Web-{173CBB64-75B3-424F-AA45-EE70B0DA7436}" dt="2026-09-02T22:29:11.422" v="0" actId="34807"/>
            <ac:spMkLst>
              <pc:docMk/>
              <pc:sldMasterMk cId="2209977519" sldId="2147483648"/>
              <pc:sldLayoutMk cId="990158736" sldId="2147483653"/>
              <ac:spMk id="5" creationId="{00000000-0000-0000-0000-000000000000}"/>
            </ac:spMkLst>
          </pc:spChg>
          <pc:spChg chg="mod">
            <ac:chgData name="" userId="" providerId="" clId="Web-{173CBB64-75B3-424F-AA45-EE70B0DA7436}" dt="2026-09-02T22:29:11.422" v="0" actId="34807"/>
            <ac:spMkLst>
              <pc:docMk/>
              <pc:sldMasterMk cId="2209977519" sldId="2147483648"/>
              <pc:sldLayoutMk cId="990158736" sldId="2147483653"/>
              <ac:spMk id="6" creationId="{00000000-0000-0000-0000-000000000000}"/>
            </ac:spMkLst>
          </pc:spChg>
        </pc:sldLayoutChg>
        <pc:sldLayoutChg chg="modSp">
          <pc:chgData name="" userId="" providerId="" clId="Web-{173CBB64-75B3-424F-AA45-EE70B0DA7436}" dt="2026-09-02T22:29:11.422" v="0" actId="34807"/>
          <pc:sldLayoutMkLst>
            <pc:docMk/>
            <pc:sldMasterMk cId="2209977519" sldId="2147483648"/>
            <pc:sldLayoutMk cId="1840726560" sldId="2147483656"/>
          </pc:sldLayoutMkLst>
          <pc:spChg chg="mod">
            <ac:chgData name="" userId="" providerId="" clId="Web-{173CBB64-75B3-424F-AA45-EE70B0DA7436}" dt="2026-09-02T22:29:11.422" v="0" actId="34807"/>
            <ac:spMkLst>
              <pc:docMk/>
              <pc:sldMasterMk cId="2209977519" sldId="2147483648"/>
              <pc:sldLayoutMk cId="1840726560" sldId="2147483656"/>
              <ac:spMk id="2" creationId="{00000000-0000-0000-0000-000000000000}"/>
            </ac:spMkLst>
          </pc:spChg>
          <pc:spChg chg="mod">
            <ac:chgData name="" userId="" providerId="" clId="Web-{173CBB64-75B3-424F-AA45-EE70B0DA7436}" dt="2026-09-02T22:29:11.422" v="0" actId="34807"/>
            <ac:spMkLst>
              <pc:docMk/>
              <pc:sldMasterMk cId="2209977519" sldId="2147483648"/>
              <pc:sldLayoutMk cId="1840726560" sldId="2147483656"/>
              <ac:spMk id="3" creationId="{00000000-0000-0000-0000-000000000000}"/>
            </ac:spMkLst>
          </pc:spChg>
          <pc:spChg chg="mod">
            <ac:chgData name="" userId="" providerId="" clId="Web-{173CBB64-75B3-424F-AA45-EE70B0DA7436}" dt="2026-09-02T22:29:11.422" v="0" actId="34807"/>
            <ac:spMkLst>
              <pc:docMk/>
              <pc:sldMasterMk cId="2209977519" sldId="2147483648"/>
              <pc:sldLayoutMk cId="1840726560" sldId="2147483656"/>
              <ac:spMk id="4" creationId="{00000000-0000-0000-0000-000000000000}"/>
            </ac:spMkLst>
          </pc:spChg>
        </pc:sldLayoutChg>
        <pc:sldLayoutChg chg="modSp">
          <pc:chgData name="" userId="" providerId="" clId="Web-{173CBB64-75B3-424F-AA45-EE70B0DA7436}" dt="2026-09-02T22:29:11.422" v="0" actId="34807"/>
          <pc:sldLayoutMkLst>
            <pc:docMk/>
            <pc:sldMasterMk cId="2209977519" sldId="2147483648"/>
            <pc:sldLayoutMk cId="3889236939" sldId="2147483657"/>
          </pc:sldLayoutMkLst>
          <pc:spChg chg="mod">
            <ac:chgData name="" userId="" providerId="" clId="Web-{173CBB64-75B3-424F-AA45-EE70B0DA7436}" dt="2026-09-02T22:29:11.422" v="0" actId="34807"/>
            <ac:spMkLst>
              <pc:docMk/>
              <pc:sldMasterMk cId="2209977519" sldId="2147483648"/>
              <pc:sldLayoutMk cId="3889236939" sldId="2147483657"/>
              <ac:spMk id="2" creationId="{00000000-0000-0000-0000-000000000000}"/>
            </ac:spMkLst>
          </pc:spChg>
          <pc:spChg chg="mod">
            <ac:chgData name="" userId="" providerId="" clId="Web-{173CBB64-75B3-424F-AA45-EE70B0DA7436}" dt="2026-09-02T22:29:11.422" v="0" actId="34807"/>
            <ac:spMkLst>
              <pc:docMk/>
              <pc:sldMasterMk cId="2209977519" sldId="2147483648"/>
              <pc:sldLayoutMk cId="3889236939" sldId="2147483657"/>
              <ac:spMk id="3" creationId="{00000000-0000-0000-0000-000000000000}"/>
            </ac:spMkLst>
          </pc:spChg>
          <pc:spChg chg="mod">
            <ac:chgData name="" userId="" providerId="" clId="Web-{173CBB64-75B3-424F-AA45-EE70B0DA7436}" dt="2026-09-02T22:29:11.422" v="0" actId="34807"/>
            <ac:spMkLst>
              <pc:docMk/>
              <pc:sldMasterMk cId="2209977519" sldId="2147483648"/>
              <pc:sldLayoutMk cId="3889236939" sldId="2147483657"/>
              <ac:spMk id="4" creationId="{00000000-0000-0000-0000-000000000000}"/>
            </ac:spMkLst>
          </pc:spChg>
        </pc:sldLayoutChg>
        <pc:sldLayoutChg chg="modSp">
          <pc:chgData name="" userId="" providerId="" clId="Web-{173CBB64-75B3-424F-AA45-EE70B0DA7436}" dt="2026-09-02T22:29:11.422" v="0" actId="34807"/>
          <pc:sldLayoutMkLst>
            <pc:docMk/>
            <pc:sldMasterMk cId="2209977519" sldId="2147483648"/>
            <pc:sldLayoutMk cId="3612223792" sldId="2147483659"/>
          </pc:sldLayoutMkLst>
          <pc:spChg chg="mod">
            <ac:chgData name="" userId="" providerId="" clId="Web-{173CBB64-75B3-424F-AA45-EE70B0DA7436}" dt="2026-09-02T22:29:11.422" v="0" actId="34807"/>
            <ac:spMkLst>
              <pc:docMk/>
              <pc:sldMasterMk cId="2209977519" sldId="2147483648"/>
              <pc:sldLayoutMk cId="3612223792" sldId="2147483659"/>
              <ac:spMk id="2" creationId="{00000000-0000-0000-0000-000000000000}"/>
            </ac:spMkLst>
          </pc:spChg>
          <pc:spChg chg="mod">
            <ac:chgData name="" userId="" providerId="" clId="Web-{173CBB64-75B3-424F-AA45-EE70B0DA7436}" dt="2026-09-02T22:29:11.422" v="0" actId="34807"/>
            <ac:spMkLst>
              <pc:docMk/>
              <pc:sldMasterMk cId="2209977519" sldId="2147483648"/>
              <pc:sldLayoutMk cId="3612223792" sldId="2147483659"/>
              <ac:spMk id="3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6A952C-EADF-49E2-8FE2-42D6CF804A9E}" type="datetimeFigureOut"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F3796-B985-420C-AC64-4096F8AED97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729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Quick intro and then we'll walk through the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1F3796-B985-420C-AC64-4096F8AED979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2393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Walk the group through the agenda so everyone knows what is coming.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1F3796-B985-420C-AC64-4096F8AED979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6043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Cover the main things that happened in the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1F3796-B985-420C-AC64-4096F8AED979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082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Take the table line by line if anyone has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1F3796-B985-420C-AC64-4096F8AED979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2989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the margin variance and where it came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1F3796-B985-420C-AC64-4096F8AED979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387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Run through the bridge components for the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1F3796-B985-420C-AC64-4096F8AED979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174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Go through the plant metrics table with the operations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1F3796-B985-420C-AC64-4096F8AED979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4653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Talk through the customer list and take any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1F3796-B985-420C-AC64-4096F8AED979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9374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Mention the resin situation and that supply chain is working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1F3796-B985-420C-AC64-4096F8AED979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950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 that both requests are in and we will look at them further.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1F3796-B985-420C-AC64-4096F8AED979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0695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Open it up to the room for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1F3796-B985-420C-AC64-4096F8AED979}" type="slidenum"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4594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Wrap up with the follow-ups and close the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1F3796-B985-420C-AC64-4096F8AED979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452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620C21-C167-0277-C05C-C04424167E4A}"/>
              </a:ext>
            </a:extLst>
          </p:cNvPr>
          <p:cNvSpPr/>
          <p:nvPr/>
        </p:nvSpPr>
        <p:spPr>
          <a:xfrm>
            <a:off x="914400" y="1371600"/>
            <a:ext cx="10363200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ITW POLYMERS &amp; FLUIDS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558F15-FDBB-71BB-B705-1D00D0C22DB4}"/>
              </a:ext>
            </a:extLst>
          </p:cNvPr>
          <p:cNvSpPr/>
          <p:nvPr/>
        </p:nvSpPr>
        <p:spPr>
          <a:xfrm>
            <a:off x="5410200" y="1889760"/>
            <a:ext cx="1371600" cy="54864"/>
          </a:xfrm>
          <a:prstGeom prst="rect">
            <a:avLst/>
          </a:prstGeom>
          <a:solidFill>
            <a:srgbClr val="4FD1C5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57A3A3-B347-31FF-431A-2672C5E189B4}"/>
              </a:ext>
            </a:extLst>
          </p:cNvPr>
          <p:cNvSpPr/>
          <p:nvPr/>
        </p:nvSpPr>
        <p:spPr>
          <a:xfrm>
            <a:off x="914400" y="2103120"/>
            <a:ext cx="10363200" cy="1234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Rain-X Wiper &amp; Glass Care Division — Q3 FY26 Segment Review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5B968B-8818-B2D4-6078-790B95FED63B}"/>
              </a:ext>
            </a:extLst>
          </p:cNvPr>
          <p:cNvSpPr/>
          <p:nvPr/>
        </p:nvSpPr>
        <p:spPr>
          <a:xfrm>
            <a:off x="5273040" y="3474720"/>
            <a:ext cx="1645920" cy="502920"/>
          </a:xfrm>
          <a:prstGeom prst="rect">
            <a:avLst/>
          </a:prstGeom>
          <a:solidFill>
            <a:srgbClr val="4FD1C5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DRAFT v4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885643-54C6-29A4-95DA-F509DAD13E87}"/>
              </a:ext>
            </a:extLst>
          </p:cNvPr>
          <p:cNvSpPr/>
          <p:nvPr/>
        </p:nvSpPr>
        <p:spPr>
          <a:xfrm>
            <a:off x="914400" y="4114800"/>
            <a:ext cx="10363200" cy="411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Prepared by Dana Whitfield, VP/GM — 28 August 2026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1BB7C4-B448-74E8-12DD-64ADE0EADF1D}"/>
              </a:ext>
            </a:extLst>
          </p:cNvPr>
          <p:cNvSpPr/>
          <p:nvPr/>
        </p:nvSpPr>
        <p:spPr>
          <a:xfrm>
            <a:off x="1371600" y="5105400"/>
            <a:ext cx="944880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Training sample — fictional company data created for a Microsoft 365 Copilot enablement session. Not ITW data. Do not use for any business decision.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6050155-ACD9-2A41-6B29-5A83CFCDFADE}"/>
              </a:ext>
            </a:extLst>
          </p:cNvPr>
          <p:cNvSpPr/>
          <p:nvPr/>
        </p:nvSpPr>
        <p:spPr>
          <a:xfrm>
            <a:off x="457200" y="457200"/>
            <a:ext cx="1318560" cy="990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Agenda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E697EC-64C1-B65F-CAE8-8015B9B79B62}"/>
              </a:ext>
            </a:extLst>
          </p:cNvPr>
          <p:cNvSpPr/>
          <p:nvPr/>
        </p:nvSpPr>
        <p:spPr>
          <a:xfrm>
            <a:off x="548640" y="1478280"/>
            <a:ext cx="1371600" cy="45720"/>
          </a:xfrm>
          <a:prstGeom prst="rect">
            <a:avLst/>
          </a:prstGeom>
          <a:solidFill>
            <a:srgbClr val="4FD1C5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964C36-2B67-DD85-71B9-C52D31D44DBC}"/>
              </a:ext>
            </a:extLst>
          </p:cNvPr>
          <p:cNvSpPr/>
          <p:nvPr/>
        </p:nvSpPr>
        <p:spPr>
          <a:xfrm>
            <a:off x="914400" y="1752600"/>
            <a:ext cx="10363200" cy="3703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600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1. Introduction and attendees</a:t>
            </a:r>
          </a:p>
          <a:p>
            <a:pPr>
              <a:buNone/>
            </a:pPr>
            <a:r>
              <a:rPr lang="en-US" sz="2600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2. Q3 highlights</a:t>
            </a:r>
          </a:p>
          <a:p>
            <a:pPr>
              <a:buNone/>
            </a:pPr>
            <a:r>
              <a:rPr lang="en-US" sz="2600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3. Financial results</a:t>
            </a:r>
          </a:p>
          <a:p>
            <a:pPr>
              <a:buNone/>
            </a:pPr>
            <a:r>
              <a:rPr lang="en-US" sz="2600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4. Gross margin</a:t>
            </a:r>
          </a:p>
          <a:p>
            <a:pPr>
              <a:buNone/>
            </a:pPr>
            <a:r>
              <a:rPr lang="en-US" sz="2600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5. Revenue bridge</a:t>
            </a:r>
          </a:p>
          <a:p>
            <a:pPr>
              <a:buNone/>
            </a:pPr>
            <a:r>
              <a:rPr lang="en-US" sz="2600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6. Operations update</a:t>
            </a:r>
          </a:p>
          <a:p>
            <a:pPr>
              <a:buNone/>
            </a:pPr>
            <a:r>
              <a:rPr lang="en-US" sz="2600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7. Customer update</a:t>
            </a:r>
          </a:p>
          <a:p>
            <a:pPr>
              <a:buNone/>
            </a:pPr>
            <a:r>
              <a:rPr lang="en-US" sz="2600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8. Supply chain and capital requests</a:t>
            </a:r>
          </a:p>
          <a:p>
            <a:pPr>
              <a:buNone/>
            </a:pPr>
            <a:r>
              <a:rPr lang="en-US" sz="2600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9. Discussion and next steps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A0386E-53EF-70D5-95E9-7EB21A1FAD09}"/>
              </a:ext>
            </a:extLst>
          </p:cNvPr>
          <p:cNvSpPr/>
          <p:nvPr/>
        </p:nvSpPr>
        <p:spPr>
          <a:xfrm>
            <a:off x="457200" y="6050280"/>
            <a:ext cx="11277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A5478"/>
                </a:solidFill>
                <a:effectLst/>
                <a:latin typeface="Calibri" panose="020F0502020204030204" pitchFamily="34" charset="0"/>
              </a:rPr>
              <a:t>DRAFT — do not distribute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157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3221458-3378-6C11-12F3-8C822C3D93AE}"/>
              </a:ext>
            </a:extLst>
          </p:cNvPr>
          <p:cNvSpPr/>
          <p:nvPr/>
        </p:nvSpPr>
        <p:spPr>
          <a:xfrm>
            <a:off x="457200" y="457200"/>
            <a:ext cx="2179015" cy="990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Q3 Highlights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B1C7F7-3231-7ED0-8376-FBD8EA930453}"/>
              </a:ext>
            </a:extLst>
          </p:cNvPr>
          <p:cNvSpPr/>
          <p:nvPr/>
        </p:nvSpPr>
        <p:spPr>
          <a:xfrm>
            <a:off x="548640" y="1478280"/>
            <a:ext cx="1371600" cy="45720"/>
          </a:xfrm>
          <a:prstGeom prst="rect">
            <a:avLst/>
          </a:prstGeom>
          <a:solidFill>
            <a:srgbClr val="4FD1C5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D24F08-B1C8-C8B0-37A2-7735ACE364FB}"/>
              </a:ext>
            </a:extLst>
          </p:cNvPr>
          <p:cNvSpPr/>
          <p:nvPr/>
        </p:nvSpPr>
        <p:spPr>
          <a:xfrm>
            <a:off x="457200" y="6050280"/>
            <a:ext cx="11277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A5478"/>
                </a:solidFill>
                <a:effectLst/>
                <a:latin typeface="Calibri" panose="020F0502020204030204" pitchFamily="34" charset="0"/>
              </a:rPr>
              <a:t>DRAFT — do not distribute</a:t>
            </a:r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2FAD097-E680-F244-15CC-080DD3D4FDD8}"/>
              </a:ext>
            </a:extLst>
          </p:cNvPr>
          <p:cNvSpPr/>
          <p:nvPr/>
        </p:nvSpPr>
        <p:spPr>
          <a:xfrm>
            <a:off x="457200" y="1752600"/>
            <a:ext cx="11277600" cy="403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• Division revenue for the quarter closed at $88,560K, which is 1.5% below the plan of $89,900K and 5.1% above the prior year of $84,280K on a reported basis.</a:t>
            </a:r>
          </a:p>
          <a:p>
            <a:pPr>
              <a:buNone/>
            </a:pPr>
            <a:r>
              <a:rPr lang="en-US" sz="1600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• Wiper Refills &amp; Accessories delivered $7,310K of revenue, beating plan by $810K or 12.5% and growing 22.2% versus prior year on stronger build rates at two customers.</a:t>
            </a:r>
          </a:p>
          <a:p>
            <a:pPr>
              <a:buNone/>
            </a:pPr>
            <a:r>
              <a:rPr lang="en-US" sz="1600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• Wiper Blades - Conventional delivered $18,420K against a plan of $17,900K and Glass Treatments delivered $12,940K against a plan of $12,100K, both ahead for the quarter.</a:t>
            </a:r>
          </a:p>
          <a:p>
            <a:pPr>
              <a:buNone/>
            </a:pPr>
            <a:r>
              <a:rPr lang="en-US" sz="1600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• Wiper Blades - Premium finished $1,350K below plan and Washer Fluids finished $1,540K below plan, which together account for most of the revenue gap in the quarter.</a:t>
            </a:r>
          </a:p>
          <a:p>
            <a:pPr>
              <a:buNone/>
            </a:pPr>
            <a:r>
              <a:rPr lang="en-US" sz="1600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• Greenville Glass Care ran ahead of its output plan at 1,510K units against 1,470K, with on-time delivery of 96.8% and scrap of 2.8% for the quarter.</a:t>
            </a:r>
          </a:p>
          <a:p>
            <a:pPr>
              <a:buNone/>
            </a:pPr>
            <a:r>
              <a:rPr lang="en-US" sz="1600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• Division gross margin came in at 36.6% against a plan of 37.5%, which is 94 basis points short of the commitment made at the start of the quarter.</a:t>
            </a:r>
          </a:p>
          <a:p>
            <a:pPr>
              <a:buNone/>
            </a:pPr>
            <a:r>
              <a:rPr lang="en-US" sz="1600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• Book-to-bill has been below 1.0 in four of the last five months and ending backlog declined to $34,000K from a peak of $36,000K in August 2026.</a:t>
            </a:r>
          </a:p>
          <a:p>
            <a:pPr>
              <a:buNone/>
            </a:pPr>
            <a:r>
              <a:rPr lang="en-US" sz="1600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• The top 12 customers represent 54.3% of division revenue for the quarter at a weighted gross margin of 34.2%, which is broadly in line with last quarter.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230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A525739-80EF-6FF5-7E86-B6447A81447E}"/>
              </a:ext>
            </a:extLst>
          </p:cNvPr>
          <p:cNvSpPr/>
          <p:nvPr/>
        </p:nvSpPr>
        <p:spPr>
          <a:xfrm>
            <a:off x="457200" y="457200"/>
            <a:ext cx="2643530" cy="990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Financial Results</a:t>
            </a:r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8F3EE0-B546-2574-C60C-364F31CB43D3}"/>
              </a:ext>
            </a:extLst>
          </p:cNvPr>
          <p:cNvSpPr/>
          <p:nvPr/>
        </p:nvSpPr>
        <p:spPr>
          <a:xfrm>
            <a:off x="548640" y="1478280"/>
            <a:ext cx="1371600" cy="45720"/>
          </a:xfrm>
          <a:prstGeom prst="rect">
            <a:avLst/>
          </a:prstGeom>
          <a:solidFill>
            <a:srgbClr val="4FD1C5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1E045A9-3076-4538-9C1B-A03F0D17B735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752600"/>
          <a:ext cx="8128000" cy="402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98657322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0746625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24809147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92504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Product line ($K)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Q3 actual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Q3 plan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Prior 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4301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Wiper Blades - Premium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24,850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26,200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23,900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665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Wiper Blades - Conventional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18,420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17,900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16,850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983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Washer Fluids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15,260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16,800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16,100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7033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Glass Treatments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12,940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12,100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11,400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6930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Winter &amp; De-Icer Fluids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9,780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10,400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10,050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9959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Wiper Refills &amp; Accessories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7,310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6,500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5,980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9007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Division total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88,560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89,900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84,280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571753"/>
                  </a:ext>
                </a:extLst>
              </a:tr>
            </a:tbl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6496D39D-F76A-9692-DCBA-11C74EE3D705}"/>
              </a:ext>
            </a:extLst>
          </p:cNvPr>
          <p:cNvSpPr/>
          <p:nvPr/>
        </p:nvSpPr>
        <p:spPr>
          <a:xfrm>
            <a:off x="457200" y="6050280"/>
            <a:ext cx="11277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A5478"/>
                </a:solidFill>
                <a:effectLst/>
                <a:latin typeface="Calibri" panose="020F0502020204030204" pitchFamily="34" charset="0"/>
              </a:rPr>
              <a:t>DRAFT — do not distribute   ·   Source: Q3 FY26 divisional workbook (training sample data).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827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4B9949E-10B2-D376-74BB-B5ADE571F37E}"/>
              </a:ext>
            </a:extLst>
          </p:cNvPr>
          <p:cNvSpPr/>
          <p:nvPr/>
        </p:nvSpPr>
        <p:spPr>
          <a:xfrm>
            <a:off x="457200" y="457200"/>
            <a:ext cx="2150669" cy="990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Gross Margin</a:t>
            </a:r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725F1B1-4D41-66A3-1D24-17AAA3A8EFC5}"/>
              </a:ext>
            </a:extLst>
          </p:cNvPr>
          <p:cNvSpPr/>
          <p:nvPr/>
        </p:nvSpPr>
        <p:spPr>
          <a:xfrm>
            <a:off x="548640" y="1478280"/>
            <a:ext cx="1371600" cy="45720"/>
          </a:xfrm>
          <a:prstGeom prst="rect">
            <a:avLst/>
          </a:prstGeom>
          <a:solidFill>
            <a:srgbClr val="4FD1C5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B9C2AD7-752C-03FB-5D56-631D8AC944BE}"/>
              </a:ext>
            </a:extLst>
          </p:cNvPr>
          <p:cNvSpPr/>
          <p:nvPr/>
        </p:nvSpPr>
        <p:spPr>
          <a:xfrm>
            <a:off x="457200" y="1752600"/>
            <a:ext cx="11277600" cy="35509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600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Division gross margin for the quarter was 36.6% against a plan of 37.5%, a shortfall of 94 basis points, and gross margin dollars of $32,390K compared with a plan of $33,726K, a variance of $1,336K. The largest single contributor was Wiper Blades - Premium, which delivered $9,190K of gross margin against a plan of $10,218K, followed by Washer Fluids, which delivered $4,730K against a plan of $5,712K. Both product lines were affected by a combination of lower volume and higher input costs that were not fully recovered through price during the quarter.</a:t>
            </a:r>
          </a:p>
          <a:p>
            <a:pPr>
              <a:buNone/>
            </a:pPr>
            <a:r>
              <a:rPr lang="en-US" sz="1600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Partially offsetting the shortfall, Wiper Blades - Conventional delivered $7,000K of gross margin against a plan of $6,802K, Glass Treatments delivered $5,050K against a plan of $4,598K and Wiper Refills &amp; Accessories delivered $3,290K against a plan of $2,860K. Winter &amp; De-Icer Fluids delivered $3,130K against a plan of $3,536K. Work continues with the commercial team on pass-through pricing and with operations on scrap and yield at the sites that are running below plan, and a further update will be provided as part of the Q4 forecast cycle.</a:t>
            </a:r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D2F4734-CFF2-8965-8562-2B78F0882452}"/>
              </a:ext>
            </a:extLst>
          </p:cNvPr>
          <p:cNvSpPr/>
          <p:nvPr/>
        </p:nvSpPr>
        <p:spPr>
          <a:xfrm>
            <a:off x="457200" y="5486400"/>
            <a:ext cx="4544568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A5478"/>
                </a:solidFill>
                <a:effectLst/>
                <a:latin typeface="Calibri" panose="020F0502020204030204" pitchFamily="34" charset="0"/>
              </a:rPr>
              <a:t>Source: Q3 FY26 divisional workbook (training sample data).</a:t>
            </a:r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0152F1F-AF04-5A05-CF09-D66F468249F0}"/>
              </a:ext>
            </a:extLst>
          </p:cNvPr>
          <p:cNvSpPr/>
          <p:nvPr/>
        </p:nvSpPr>
        <p:spPr>
          <a:xfrm>
            <a:off x="457200" y="6050280"/>
            <a:ext cx="11277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A5478"/>
                </a:solidFill>
                <a:effectLst/>
                <a:latin typeface="Calibri" panose="020F0502020204030204" pitchFamily="34" charset="0"/>
              </a:rPr>
              <a:t>DRAFT — do not distribute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946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1873FC95-21F3-7302-BBBE-A37F5BFCB179}"/>
              </a:ext>
            </a:extLst>
          </p:cNvPr>
          <p:cNvSpPr/>
          <p:nvPr/>
        </p:nvSpPr>
        <p:spPr>
          <a:xfrm>
            <a:off x="457200" y="457200"/>
            <a:ext cx="2495404" cy="990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Revenue Bridge</a:t>
            </a:r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33192A3-6AA1-B87D-D853-EB4584383034}"/>
              </a:ext>
            </a:extLst>
          </p:cNvPr>
          <p:cNvSpPr/>
          <p:nvPr/>
        </p:nvSpPr>
        <p:spPr>
          <a:xfrm>
            <a:off x="548640" y="1478280"/>
            <a:ext cx="1371600" cy="45720"/>
          </a:xfrm>
          <a:prstGeom prst="rect">
            <a:avLst/>
          </a:prstGeom>
          <a:solidFill>
            <a:srgbClr val="4FD1C5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B180C89-E252-860A-D0E5-C3B319593879}"/>
              </a:ext>
            </a:extLst>
          </p:cNvPr>
          <p:cNvSpPr/>
          <p:nvPr/>
        </p:nvSpPr>
        <p:spPr>
          <a:xfrm>
            <a:off x="457200" y="1752600"/>
            <a:ext cx="11277600" cy="3185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• Price contributed +$4,490K versus prior year.
• Volume contributed −$960K versus prior year.
• Mix contributed +$555K versus prior year.
• FX contributed +$195K versus prior year.
• Net revenue change versus prior year was +$4,280K.
•  Volume declined in three product lines during the quarter: Wiper Blades - Premium (−$1,090K), Washer Fluids (−$1,320K) and Winter &amp; De-Icer Fluids (−$620K).
• Price realisation reflects the raw-material pass-through increases implemented in Q2 and Q3.
• Volume in the remaining three product lines was flat to slightly up.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274ED3B-1038-A76E-CBCD-CC1BFED41B86}"/>
              </a:ext>
            </a:extLst>
          </p:cNvPr>
          <p:cNvSpPr/>
          <p:nvPr/>
        </p:nvSpPr>
        <p:spPr>
          <a:xfrm>
            <a:off x="457200" y="5334000"/>
            <a:ext cx="4544568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A5478"/>
                </a:solidFill>
                <a:effectLst/>
                <a:latin typeface="Calibri" panose="020F0502020204030204" pitchFamily="34" charset="0"/>
              </a:rPr>
              <a:t>Source: Q3 FY26 divisional workbook (training sample data).</a:t>
            </a:r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5BAB9B8-23F7-8001-E561-923F55A1091E}"/>
              </a:ext>
            </a:extLst>
          </p:cNvPr>
          <p:cNvSpPr/>
          <p:nvPr/>
        </p:nvSpPr>
        <p:spPr>
          <a:xfrm>
            <a:off x="457200" y="6050280"/>
            <a:ext cx="11277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A5478"/>
                </a:solidFill>
                <a:effectLst/>
                <a:latin typeface="Calibri" panose="020F0502020204030204" pitchFamily="34" charset="0"/>
              </a:rPr>
              <a:t>DRAFT — do not distribute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826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9C31386E-E777-A1A4-E329-AA6F07CB0936}"/>
              </a:ext>
            </a:extLst>
          </p:cNvPr>
          <p:cNvSpPr/>
          <p:nvPr/>
        </p:nvSpPr>
        <p:spPr>
          <a:xfrm>
            <a:off x="457200" y="457200"/>
            <a:ext cx="2996499" cy="990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Operations Update</a:t>
            </a:r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E0F059D-AC52-4C4C-53E2-F5420C25EFBA}"/>
              </a:ext>
            </a:extLst>
          </p:cNvPr>
          <p:cNvSpPr/>
          <p:nvPr/>
        </p:nvSpPr>
        <p:spPr>
          <a:xfrm>
            <a:off x="548640" y="1478280"/>
            <a:ext cx="1371600" cy="45720"/>
          </a:xfrm>
          <a:prstGeom prst="rect">
            <a:avLst/>
          </a:prstGeom>
          <a:solidFill>
            <a:srgbClr val="4FD1C5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3B9A07E-82D7-4D80-9CFE-4D95D774D9F8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706880"/>
          <a:ext cx="8128001" cy="2834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83312464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46266931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47130717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2730275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11499721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75872288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7833818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Plant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Scrap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OTD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Output (K)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Plan (K)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897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Elgin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78.2%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4.1%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94.3%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0.82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1,240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1,300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675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Rockford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71.4%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6.2%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88.7%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1.45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1,120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322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Greenville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83.6%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2.8%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96.8%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0.41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1,510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1,470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413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Monterrey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75.9%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4.9%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91.2%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1.10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1,180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1,250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6122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Gdansk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80.1%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3.5%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95.1%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0.66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182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Suzhou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72.3%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5.8%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89.4%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1,020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1,150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5069114"/>
                  </a:ext>
                </a:extLst>
              </a:tr>
            </a:tbl>
          </a:graphicData>
        </a:graphic>
      </p:graphicFrame>
      <p:sp>
        <p:nvSpPr>
          <p:cNvPr id="34" name="Rectangle 33">
            <a:extLst>
              <a:ext uri="{FF2B5EF4-FFF2-40B4-BE49-F238E27FC236}">
                <a16:creationId xmlns:a16="http://schemas.microsoft.com/office/drawing/2014/main" id="{B37C4682-E473-4B37-7ED2-163A3527D867}"/>
              </a:ext>
            </a:extLst>
          </p:cNvPr>
          <p:cNvSpPr/>
          <p:nvPr/>
        </p:nvSpPr>
        <p:spPr>
          <a:xfrm>
            <a:off x="457200" y="5029200"/>
            <a:ext cx="5596128" cy="381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Division average OEE 76.9%, scrap 4.55%, on-time delivery 92.6%.</a:t>
            </a:r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8876F54-86FE-6A00-1B09-AB37D69DBF26}"/>
              </a:ext>
            </a:extLst>
          </p:cNvPr>
          <p:cNvSpPr/>
          <p:nvPr/>
        </p:nvSpPr>
        <p:spPr>
          <a:xfrm>
            <a:off x="457200" y="5562600"/>
            <a:ext cx="4544568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A5478"/>
                </a:solidFill>
                <a:effectLst/>
                <a:latin typeface="Calibri" panose="020F0502020204030204" pitchFamily="34" charset="0"/>
              </a:rPr>
              <a:t>Source: Q3 FY26 divisional workbook (training sample data).</a:t>
            </a:r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80B633A-8F8E-A900-2052-B2095A4516F8}"/>
              </a:ext>
            </a:extLst>
          </p:cNvPr>
          <p:cNvSpPr/>
          <p:nvPr/>
        </p:nvSpPr>
        <p:spPr>
          <a:xfrm>
            <a:off x="457200" y="6050280"/>
            <a:ext cx="11277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A5478"/>
                </a:solidFill>
                <a:effectLst/>
                <a:latin typeface="Calibri" panose="020F0502020204030204" pitchFamily="34" charset="0"/>
              </a:rPr>
              <a:t>DRAFT — do not distribute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90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B2BE622A-EC86-CC1B-D4C4-68DA5CB60E1F}"/>
              </a:ext>
            </a:extLst>
          </p:cNvPr>
          <p:cNvSpPr/>
          <p:nvPr/>
        </p:nvSpPr>
        <p:spPr>
          <a:xfrm>
            <a:off x="457200" y="457200"/>
            <a:ext cx="2784348" cy="990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Customer Update</a:t>
            </a:r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5B78ACE-0B28-C88D-2EC5-8ED9C3BE7B21}"/>
              </a:ext>
            </a:extLst>
          </p:cNvPr>
          <p:cNvSpPr/>
          <p:nvPr/>
        </p:nvSpPr>
        <p:spPr>
          <a:xfrm>
            <a:off x="548640" y="1478280"/>
            <a:ext cx="1371600" cy="45720"/>
          </a:xfrm>
          <a:prstGeom prst="rect">
            <a:avLst/>
          </a:prstGeom>
          <a:solidFill>
            <a:srgbClr val="4FD1C5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EB808C8-2BE5-6EC6-E34F-D8CABF4CB391}"/>
              </a:ext>
            </a:extLst>
          </p:cNvPr>
          <p:cNvSpPr/>
          <p:nvPr/>
        </p:nvSpPr>
        <p:spPr>
          <a:xfrm>
            <a:off x="457200" y="1706880"/>
            <a:ext cx="11277600" cy="3429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800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Northwind Auto Parts — $9,420K</a:t>
            </a:r>
          </a:p>
          <a:p>
            <a:pPr>
              <a:buNone/>
            </a:pPr>
            <a:r>
              <a:rPr lang="en-US" sz="1800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Cascade Service Group — $6,180K</a:t>
            </a:r>
          </a:p>
          <a:p>
            <a:pPr>
              <a:buNone/>
            </a:pPr>
            <a:r>
              <a:rPr lang="en-US" sz="1800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Meridian Mass Retail — $5,940K</a:t>
            </a:r>
          </a:p>
          <a:p>
            <a:pPr>
              <a:buNone/>
            </a:pPr>
            <a:r>
              <a:rPr lang="en-US" sz="1800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Halverson Fleet Services — $4,310K</a:t>
            </a:r>
          </a:p>
          <a:p>
            <a:pPr>
              <a:buNone/>
            </a:pPr>
            <a:r>
              <a:rPr lang="en-US" sz="1800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Tri-State Distribution — $3,880K</a:t>
            </a:r>
          </a:p>
          <a:p>
            <a:pPr>
              <a:buNone/>
            </a:pPr>
            <a:r>
              <a:rPr lang="en-US" sz="1800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Bluegrass Farm &amp; Auto — $3,620K</a:t>
            </a:r>
          </a:p>
          <a:p>
            <a:pPr>
              <a:buNone/>
            </a:pPr>
            <a:r>
              <a:rPr lang="en-US" sz="1800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Vantage Glass OEM — $3,150K</a:t>
            </a:r>
          </a:p>
          <a:p>
            <a:pPr>
              <a:buNone/>
            </a:pPr>
            <a:r>
              <a:rPr lang="en-US" sz="1800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Keystone Travel Centers — $2,970K</a:t>
            </a:r>
          </a:p>
          <a:p>
            <a:pPr>
              <a:buNone/>
            </a:pPr>
            <a:r>
              <a:rPr lang="en-US" sz="1800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Lakeshore Car Care — $2,540K</a:t>
            </a:r>
          </a:p>
          <a:p>
            <a:pPr>
              <a:buNone/>
            </a:pPr>
            <a:r>
              <a:rPr lang="en-US" sz="1800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Orion Online — $2,310K</a:t>
            </a:r>
          </a:p>
          <a:p>
            <a:pPr>
              <a:buNone/>
            </a:pPr>
            <a:r>
              <a:rPr lang="en-US" sz="1800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Redcliff Fleet Supply — $1,980K</a:t>
            </a:r>
          </a:p>
          <a:p>
            <a:pPr>
              <a:buNone/>
            </a:pPr>
            <a:r>
              <a:rPr lang="en-US" sz="1800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Summit Collision Centers — $1,760K</a:t>
            </a:r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C4B1216-3EC9-FBAC-D167-00B6F5AAE4FE}"/>
              </a:ext>
            </a:extLst>
          </p:cNvPr>
          <p:cNvSpPr/>
          <p:nvPr/>
        </p:nvSpPr>
        <p:spPr>
          <a:xfrm>
            <a:off x="457200" y="5334000"/>
            <a:ext cx="11277600" cy="563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400">
                <a:solidFill>
                  <a:srgbClr val="4A5478"/>
                </a:solidFill>
                <a:effectLst/>
                <a:latin typeface="Calibri" panose="020F0502020204030204" pitchFamily="34" charset="0"/>
              </a:rPr>
              <a:t>Top 12 customers represent 54.3% of division revenue.</a:t>
            </a:r>
          </a:p>
          <a:p>
            <a:pPr>
              <a:buNone/>
            </a:pPr>
            <a:r>
              <a:rPr lang="en-US" sz="1400">
                <a:solidFill>
                  <a:srgbClr val="4A5478"/>
                </a:solidFill>
                <a:effectLst/>
                <a:latin typeface="Calibri" panose="020F0502020204030204" pitchFamily="34" charset="0"/>
              </a:rPr>
              <a:t>Source: Q3 FY26 divisional workbook (training sample data).</a:t>
            </a:r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18C2479-C808-4729-2FF3-52C74ABA3A6E}"/>
              </a:ext>
            </a:extLst>
          </p:cNvPr>
          <p:cNvSpPr/>
          <p:nvPr/>
        </p:nvSpPr>
        <p:spPr>
          <a:xfrm>
            <a:off x="457200" y="6050280"/>
            <a:ext cx="11277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A5478"/>
                </a:solidFill>
                <a:effectLst/>
                <a:latin typeface="Calibri" panose="020F0502020204030204" pitchFamily="34" charset="0"/>
              </a:rPr>
              <a:t>DRAFT — do not distribute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215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2B3E42D7-23F2-FEF4-5B2D-D736CC2150F4}"/>
              </a:ext>
            </a:extLst>
          </p:cNvPr>
          <p:cNvSpPr/>
          <p:nvPr/>
        </p:nvSpPr>
        <p:spPr>
          <a:xfrm>
            <a:off x="457200" y="457200"/>
            <a:ext cx="2101291" cy="990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Supply Chain</a:t>
            </a:r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D5A3D97-BDF8-C1A2-6F6F-E34DFC4E7F75}"/>
              </a:ext>
            </a:extLst>
          </p:cNvPr>
          <p:cNvSpPr/>
          <p:nvPr/>
        </p:nvSpPr>
        <p:spPr>
          <a:xfrm>
            <a:off x="548640" y="1478280"/>
            <a:ext cx="1371600" cy="45720"/>
          </a:xfrm>
          <a:prstGeom prst="rect">
            <a:avLst/>
          </a:prstGeom>
          <a:solidFill>
            <a:srgbClr val="4FD1C5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DD8C116-6F1D-6F31-8504-48E1408CB71D}"/>
              </a:ext>
            </a:extLst>
          </p:cNvPr>
          <p:cNvSpPr/>
          <p:nvPr/>
        </p:nvSpPr>
        <p:spPr>
          <a:xfrm>
            <a:off x="457200" y="2011680"/>
            <a:ext cx="11277600" cy="23317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400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• The rubber compound supplier serving Gdansk Blade Works has reduced our allocation for Q4.</a:t>
            </a:r>
          </a:p>
          <a:p>
            <a:pPr>
              <a:buNone/>
            </a:pPr>
            <a:r>
              <a:rPr lang="en-US" sz="2400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• Qualification of an alternate compound is in progress and takes approximately nine weeks.</a:t>
            </a:r>
          </a:p>
          <a:p>
            <a:pPr>
              <a:buNone/>
            </a:pPr>
            <a:r>
              <a:rPr lang="en-US" sz="2400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• Quality has flagged a customer-approval requirement for the refills line.</a:t>
            </a:r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BA137E3-2D89-1B2C-E8BF-E4D9D487669C}"/>
              </a:ext>
            </a:extLst>
          </p:cNvPr>
          <p:cNvSpPr/>
          <p:nvPr/>
        </p:nvSpPr>
        <p:spPr>
          <a:xfrm>
            <a:off x="457200" y="6050280"/>
            <a:ext cx="11277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A5478"/>
                </a:solidFill>
                <a:effectLst/>
                <a:latin typeface="Calibri" panose="020F0502020204030204" pitchFamily="34" charset="0"/>
              </a:rPr>
              <a:t>DRAFT — do not distribute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569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3628D555-A65A-3D63-9BBB-2E6CAEB842F2}"/>
              </a:ext>
            </a:extLst>
          </p:cNvPr>
          <p:cNvSpPr/>
          <p:nvPr/>
        </p:nvSpPr>
        <p:spPr>
          <a:xfrm>
            <a:off x="457200" y="457200"/>
            <a:ext cx="2643530" cy="990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Capital Requests</a:t>
            </a:r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281C820-A6B3-5FD5-6DFC-8652C73DC32E}"/>
              </a:ext>
            </a:extLst>
          </p:cNvPr>
          <p:cNvSpPr/>
          <p:nvPr/>
        </p:nvSpPr>
        <p:spPr>
          <a:xfrm>
            <a:off x="548640" y="1478280"/>
            <a:ext cx="1371600" cy="45720"/>
          </a:xfrm>
          <a:prstGeom prst="rect">
            <a:avLst/>
          </a:prstGeom>
          <a:solidFill>
            <a:srgbClr val="4FD1C5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33E8D99-C75B-396A-183D-2AAD74A7FAE6}"/>
              </a:ext>
            </a:extLst>
          </p:cNvPr>
          <p:cNvSpPr/>
          <p:nvPr/>
        </p:nvSpPr>
        <p:spPr>
          <a:xfrm>
            <a:off x="457200" y="2286000"/>
            <a:ext cx="11277600" cy="12344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400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• Rockford Fluids has submitted a capital request of $2.4M for line automation.</a:t>
            </a:r>
          </a:p>
          <a:p>
            <a:pPr>
              <a:buNone/>
            </a:pPr>
            <a:r>
              <a:rPr lang="en-US" sz="2400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• Suzhou Wiper Components has submitted a capital request of $1.8M.</a:t>
            </a:r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DF64BD6-D9B6-A36A-E95E-1D2AA86537EC}"/>
              </a:ext>
            </a:extLst>
          </p:cNvPr>
          <p:cNvSpPr/>
          <p:nvPr/>
        </p:nvSpPr>
        <p:spPr>
          <a:xfrm>
            <a:off x="457200" y="6050280"/>
            <a:ext cx="11277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A5478"/>
                </a:solidFill>
                <a:effectLst/>
                <a:latin typeface="Calibri" panose="020F0502020204030204" pitchFamily="34" charset="0"/>
              </a:rPr>
              <a:t>DRAFT — do not distribute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172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948398B1-4AB9-E30D-09E0-61DB60E45E69}"/>
              </a:ext>
            </a:extLst>
          </p:cNvPr>
          <p:cNvSpPr/>
          <p:nvPr/>
        </p:nvSpPr>
        <p:spPr>
          <a:xfrm>
            <a:off x="457200" y="457200"/>
            <a:ext cx="1727302" cy="990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Discussion</a:t>
            </a:r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C184476-4799-CC1A-FD91-C313274A63B8}"/>
              </a:ext>
            </a:extLst>
          </p:cNvPr>
          <p:cNvSpPr/>
          <p:nvPr/>
        </p:nvSpPr>
        <p:spPr>
          <a:xfrm>
            <a:off x="548640" y="1478280"/>
            <a:ext cx="1371600" cy="45720"/>
          </a:xfrm>
          <a:prstGeom prst="rect">
            <a:avLst/>
          </a:prstGeom>
          <a:solidFill>
            <a:srgbClr val="4FD1C5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C156847-C716-05A4-4665-CE7ADD221C13}"/>
              </a:ext>
            </a:extLst>
          </p:cNvPr>
          <p:cNvSpPr/>
          <p:nvPr/>
        </p:nvSpPr>
        <p:spPr>
          <a:xfrm>
            <a:off x="457200" y="6050280"/>
            <a:ext cx="11277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A5478"/>
                </a:solidFill>
                <a:effectLst/>
                <a:latin typeface="Calibri" panose="020F0502020204030204" pitchFamily="34" charset="0"/>
              </a:rPr>
              <a:t>DRAFT — do not distribute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073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CF331241-D49A-EE1F-9803-6CBEDE05F559}"/>
              </a:ext>
            </a:extLst>
          </p:cNvPr>
          <p:cNvSpPr/>
          <p:nvPr/>
        </p:nvSpPr>
        <p:spPr>
          <a:xfrm>
            <a:off x="457200" y="457200"/>
            <a:ext cx="1755648" cy="990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Next Steps</a:t>
            </a:r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D3EEEAE-292F-3900-79ED-E6EF414DAE22}"/>
              </a:ext>
            </a:extLst>
          </p:cNvPr>
          <p:cNvSpPr/>
          <p:nvPr/>
        </p:nvSpPr>
        <p:spPr>
          <a:xfrm>
            <a:off x="548640" y="1478280"/>
            <a:ext cx="1371600" cy="45720"/>
          </a:xfrm>
          <a:prstGeom prst="rect">
            <a:avLst/>
          </a:prstGeom>
          <a:solidFill>
            <a:srgbClr val="4FD1C5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46AE90B-A959-11A8-BA23-8D1041364A7D}"/>
              </a:ext>
            </a:extLst>
          </p:cNvPr>
          <p:cNvSpPr/>
          <p:nvPr/>
        </p:nvSpPr>
        <p:spPr>
          <a:xfrm>
            <a:off x="457200" y="2011680"/>
            <a:ext cx="11277600" cy="18135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200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• Continue to work the margin recovery actions.</a:t>
            </a:r>
          </a:p>
          <a:p>
            <a:pPr>
              <a:buNone/>
            </a:pPr>
            <a:r>
              <a:rPr lang="en-US" sz="2200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• Follow up with the commercial team on pricing.</a:t>
            </a:r>
          </a:p>
          <a:p>
            <a:pPr>
              <a:buNone/>
            </a:pPr>
            <a:r>
              <a:rPr lang="en-US" sz="2200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• Review the capital requests in more detail.</a:t>
            </a:r>
          </a:p>
          <a:p>
            <a:pPr>
              <a:buNone/>
            </a:pPr>
            <a:r>
              <a:rPr lang="en-US" sz="2200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• Monitor the supply situation at Gdansk.</a:t>
            </a:r>
          </a:p>
          <a:p>
            <a:pPr>
              <a:buNone/>
            </a:pPr>
            <a:r>
              <a:rPr lang="en-US" sz="2200">
                <a:solidFill>
                  <a:srgbClr val="1F2A5C"/>
                </a:solidFill>
                <a:effectLst/>
                <a:latin typeface="Calibri" panose="020F0502020204030204" pitchFamily="34" charset="0"/>
              </a:rPr>
              <a:t>• Circulate the Q4 forecast when it is available.</a:t>
            </a:r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EF442FC-E04A-C75E-6B35-AD065A7B7823}"/>
              </a:ext>
            </a:extLst>
          </p:cNvPr>
          <p:cNvSpPr/>
          <p:nvPr/>
        </p:nvSpPr>
        <p:spPr>
          <a:xfrm>
            <a:off x="457200" y="6050280"/>
            <a:ext cx="11277600" cy="350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4A5478"/>
                </a:solidFill>
                <a:effectLst/>
                <a:latin typeface="Calibri" panose="020F0502020204030204" pitchFamily="34" charset="0"/>
              </a:rPr>
              <a:t>DRAFT — do not distribute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65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1297</Words>
  <Application>Microsoft Office PowerPoint</Application>
  <PresentationFormat>Widescreen</PresentationFormat>
  <Paragraphs>180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Raquel Contreras</cp:lastModifiedBy>
  <cp:revision>1</cp:revision>
  <dcterms:created xsi:type="dcterms:W3CDTF">2026-09-02T22:29:06Z</dcterms:created>
  <dcterms:modified xsi:type="dcterms:W3CDTF">2026-09-22T02:40:18Z</dcterms:modified>
  <cp:category/>
</cp:coreProperties>
</file>